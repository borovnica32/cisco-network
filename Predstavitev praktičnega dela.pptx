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65" r:id="rId2"/>
    <p:sldId id="266" r:id="rId3"/>
    <p:sldId id="267" r:id="rId4"/>
    <p:sldId id="270" r:id="rId5"/>
    <p:sldId id="271" r:id="rId6"/>
    <p:sldId id="268" r:id="rId7"/>
    <p:sldId id="269" r:id="rId8"/>
  </p:sldIdLst>
  <p:sldSz cx="12192000" cy="6858000"/>
  <p:notesSz cx="6858000" cy="9144000"/>
  <p:defaultTextStyle>
    <a:defPPr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5858"/>
    <a:srgbClr val="FAFE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269" autoAdjust="0"/>
  </p:normalViewPr>
  <p:slideViewPr>
    <p:cSldViewPr snapToGrid="0">
      <p:cViewPr varScale="1">
        <p:scale>
          <a:sx n="104" d="100"/>
          <a:sy n="104" d="100"/>
        </p:scale>
        <p:origin x="690" y="23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00B154-B12C-9DAF-DD72-ED5093F434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ACCB40-CCEC-1BCD-7B9A-20A83F9A040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8192E-75DB-4A56-91BC-729A5A14C082}" type="datetimeFigureOut">
              <a:rPr lang="sl-SI" smtClean="0"/>
              <a:t>16. 06. 2025</a:t>
            </a:fld>
            <a:endParaRPr lang="sl-S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C5485F-F617-121F-923F-2D5BE66AD9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A979F3-3091-6F14-65E4-048F4A5F101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5C7FE2-9386-4C6E-B2DD-8FE064CB66A9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5122351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glav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3" name="Označba mesta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E5FB14-F170-42A0-BB66-F49CF205DA1A}" type="datetimeFigureOut">
              <a:rPr lang="sl-SI" smtClean="0"/>
              <a:t>16. 06. 2025</a:t>
            </a:fld>
            <a:endParaRPr lang="sl-SI"/>
          </a:p>
        </p:txBody>
      </p:sp>
      <p:sp>
        <p:nvSpPr>
          <p:cNvPr id="4" name="Označba mesta stranske slik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l-SI"/>
          </a:p>
        </p:txBody>
      </p:sp>
      <p:sp>
        <p:nvSpPr>
          <p:cNvPr id="5" name="Označba mesta opomb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l-SI"/>
              <a:t>Kliknite za urejanje slogov besedila matrice</a:t>
            </a:r>
          </a:p>
          <a:p>
            <a:pPr lvl="1"/>
            <a:r>
              <a:rPr lang="sl-SI"/>
              <a:t>Druga raven</a:t>
            </a:r>
          </a:p>
          <a:p>
            <a:pPr lvl="2"/>
            <a:r>
              <a:rPr lang="sl-SI"/>
              <a:t>Tretja raven</a:t>
            </a:r>
          </a:p>
          <a:p>
            <a:pPr lvl="3"/>
            <a:r>
              <a:rPr lang="sl-SI"/>
              <a:t>Četrta raven</a:t>
            </a:r>
          </a:p>
          <a:p>
            <a:pPr lvl="4"/>
            <a:r>
              <a:rPr lang="sl-SI"/>
              <a:t>Peta raven</a:t>
            </a:r>
          </a:p>
        </p:txBody>
      </p:sp>
      <p:sp>
        <p:nvSpPr>
          <p:cNvPr id="6" name="Označba mesta no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l-SI"/>
          </a:p>
        </p:txBody>
      </p:sp>
      <p:sp>
        <p:nvSpPr>
          <p:cNvPr id="7" name="Označba mesta številke diapoz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698EDB-04C7-487D-854B-CA248B883D12}" type="slidenum">
              <a:rPr lang="sl-SI" smtClean="0"/>
              <a:t>‹#›</a:t>
            </a:fld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3115822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niu diapozitiv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ravokotnik 5">
            <a:extLst>
              <a:ext uri="{FF2B5EF4-FFF2-40B4-BE49-F238E27FC236}">
                <a16:creationId xmlns:a16="http://schemas.microsoft.com/office/drawing/2014/main" id="{05C40DD2-0CEC-09CD-FEFF-537783F08106}"/>
              </a:ext>
            </a:extLst>
          </p:cNvPr>
          <p:cNvSpPr/>
          <p:nvPr userDrawn="1"/>
        </p:nvSpPr>
        <p:spPr>
          <a:xfrm rot="3300178">
            <a:off x="6416369" y="-658309"/>
            <a:ext cx="8039915" cy="4985352"/>
          </a:xfrm>
          <a:custGeom>
            <a:avLst/>
            <a:gdLst>
              <a:gd name="connsiteX0" fmla="*/ 0 w 8027345"/>
              <a:gd name="connsiteY0" fmla="*/ 0 h 3828095"/>
              <a:gd name="connsiteX1" fmla="*/ 8027345 w 8027345"/>
              <a:gd name="connsiteY1" fmla="*/ 0 h 3828095"/>
              <a:gd name="connsiteX2" fmla="*/ 8027345 w 8027345"/>
              <a:gd name="connsiteY2" fmla="*/ 3828095 h 3828095"/>
              <a:gd name="connsiteX3" fmla="*/ 0 w 8027345"/>
              <a:gd name="connsiteY3" fmla="*/ 3828095 h 3828095"/>
              <a:gd name="connsiteX4" fmla="*/ 0 w 8027345"/>
              <a:gd name="connsiteY4" fmla="*/ 0 h 3828095"/>
              <a:gd name="connsiteX0" fmla="*/ 3567956 w 8027345"/>
              <a:gd name="connsiteY0" fmla="*/ 0 h 4979292"/>
              <a:gd name="connsiteX1" fmla="*/ 8027345 w 8027345"/>
              <a:gd name="connsiteY1" fmla="*/ 1151197 h 4979292"/>
              <a:gd name="connsiteX2" fmla="*/ 8027345 w 8027345"/>
              <a:gd name="connsiteY2" fmla="*/ 4979292 h 4979292"/>
              <a:gd name="connsiteX3" fmla="*/ 0 w 8027345"/>
              <a:gd name="connsiteY3" fmla="*/ 4979292 h 4979292"/>
              <a:gd name="connsiteX4" fmla="*/ 3567956 w 8027345"/>
              <a:gd name="connsiteY4" fmla="*/ 0 h 4979292"/>
              <a:gd name="connsiteX0" fmla="*/ 3567956 w 8027345"/>
              <a:gd name="connsiteY0" fmla="*/ 0 h 4979292"/>
              <a:gd name="connsiteX1" fmla="*/ 7455778 w 8027345"/>
              <a:gd name="connsiteY1" fmla="*/ 2682972 h 4979292"/>
              <a:gd name="connsiteX2" fmla="*/ 8027345 w 8027345"/>
              <a:gd name="connsiteY2" fmla="*/ 4979292 h 4979292"/>
              <a:gd name="connsiteX3" fmla="*/ 0 w 8027345"/>
              <a:gd name="connsiteY3" fmla="*/ 4979292 h 4979292"/>
              <a:gd name="connsiteX4" fmla="*/ 3567956 w 8027345"/>
              <a:gd name="connsiteY4" fmla="*/ 0 h 4979292"/>
              <a:gd name="connsiteX0" fmla="*/ 3545869 w 8027345"/>
              <a:gd name="connsiteY0" fmla="*/ 0 h 5009066"/>
              <a:gd name="connsiteX1" fmla="*/ 7455778 w 8027345"/>
              <a:gd name="connsiteY1" fmla="*/ 2712746 h 5009066"/>
              <a:gd name="connsiteX2" fmla="*/ 8027345 w 8027345"/>
              <a:gd name="connsiteY2" fmla="*/ 5009066 h 5009066"/>
              <a:gd name="connsiteX3" fmla="*/ 0 w 8027345"/>
              <a:gd name="connsiteY3" fmla="*/ 5009066 h 5009066"/>
              <a:gd name="connsiteX4" fmla="*/ 3545869 w 8027345"/>
              <a:gd name="connsiteY4" fmla="*/ 0 h 5009066"/>
              <a:gd name="connsiteX0" fmla="*/ 3555472 w 8027345"/>
              <a:gd name="connsiteY0" fmla="*/ 0 h 5002342"/>
              <a:gd name="connsiteX1" fmla="*/ 7455778 w 8027345"/>
              <a:gd name="connsiteY1" fmla="*/ 2706022 h 5002342"/>
              <a:gd name="connsiteX2" fmla="*/ 8027345 w 8027345"/>
              <a:gd name="connsiteY2" fmla="*/ 5002342 h 5002342"/>
              <a:gd name="connsiteX3" fmla="*/ 0 w 8027345"/>
              <a:gd name="connsiteY3" fmla="*/ 5002342 h 5002342"/>
              <a:gd name="connsiteX4" fmla="*/ 3555472 w 8027345"/>
              <a:gd name="connsiteY4" fmla="*/ 0 h 5002342"/>
              <a:gd name="connsiteX0" fmla="*/ 3523782 w 8027345"/>
              <a:gd name="connsiteY0" fmla="*/ 0 h 5038840"/>
              <a:gd name="connsiteX1" fmla="*/ 7455778 w 8027345"/>
              <a:gd name="connsiteY1" fmla="*/ 2742520 h 5038840"/>
              <a:gd name="connsiteX2" fmla="*/ 8027345 w 8027345"/>
              <a:gd name="connsiteY2" fmla="*/ 5038840 h 5038840"/>
              <a:gd name="connsiteX3" fmla="*/ 0 w 8027345"/>
              <a:gd name="connsiteY3" fmla="*/ 5038840 h 5038840"/>
              <a:gd name="connsiteX4" fmla="*/ 3523782 w 8027345"/>
              <a:gd name="connsiteY4" fmla="*/ 0 h 5038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7345" h="5038840">
                <a:moveTo>
                  <a:pt x="3523782" y="0"/>
                </a:moveTo>
                <a:lnTo>
                  <a:pt x="7455778" y="2742520"/>
                </a:lnTo>
                <a:lnTo>
                  <a:pt x="8027345" y="5038840"/>
                </a:lnTo>
                <a:lnTo>
                  <a:pt x="0" y="5038840"/>
                </a:lnTo>
                <a:lnTo>
                  <a:pt x="3523782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9" name="Pravokotni trikotnik 8">
            <a:extLst>
              <a:ext uri="{FF2B5EF4-FFF2-40B4-BE49-F238E27FC236}">
                <a16:creationId xmlns:a16="http://schemas.microsoft.com/office/drawing/2014/main" id="{96E241F0-F0B5-C729-99E2-91D88A48FD1F}"/>
              </a:ext>
            </a:extLst>
          </p:cNvPr>
          <p:cNvSpPr/>
          <p:nvPr userDrawn="1"/>
        </p:nvSpPr>
        <p:spPr>
          <a:xfrm rot="5400000">
            <a:off x="1712136" y="-1712138"/>
            <a:ext cx="2454011" cy="5878287"/>
          </a:xfrm>
          <a:prstGeom prst="rtTriangle">
            <a:avLst/>
          </a:prstGeom>
          <a:gradFill>
            <a:gsLst>
              <a:gs pos="100000">
                <a:schemeClr val="tx1">
                  <a:lumMod val="65000"/>
                  <a:lumOff val="35000"/>
                </a:schemeClr>
              </a:gs>
              <a:gs pos="36000">
                <a:schemeClr val="bg2">
                  <a:lumMod val="25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1" name="Pravokotni trikotnik 10">
            <a:extLst>
              <a:ext uri="{FF2B5EF4-FFF2-40B4-BE49-F238E27FC236}">
                <a16:creationId xmlns:a16="http://schemas.microsoft.com/office/drawing/2014/main" id="{F7509E63-09EC-E97B-D8ED-B611015ABACF}"/>
              </a:ext>
            </a:extLst>
          </p:cNvPr>
          <p:cNvSpPr/>
          <p:nvPr userDrawn="1"/>
        </p:nvSpPr>
        <p:spPr>
          <a:xfrm rot="16200000">
            <a:off x="8958265" y="3643310"/>
            <a:ext cx="4514849" cy="2085980"/>
          </a:xfrm>
          <a:prstGeom prst="rtTriangle">
            <a:avLst/>
          </a:prstGeom>
          <a:gradFill flip="none" rotWithShape="1">
            <a:gsLst>
              <a:gs pos="98000">
                <a:schemeClr val="tx1">
                  <a:lumMod val="75000"/>
                  <a:lumOff val="25000"/>
                </a:schemeClr>
              </a:gs>
              <a:gs pos="4000">
                <a:schemeClr val="bg2">
                  <a:lumMod val="50000"/>
                </a:schemeClr>
              </a:gs>
            </a:gsLst>
            <a:path path="rect">
              <a:fillToRect l="100000" t="100000"/>
            </a:path>
            <a:tileRect r="-100000" b="-100000"/>
          </a:gradFill>
          <a:ln w="25400">
            <a:gradFill>
              <a:gsLst>
                <a:gs pos="43000">
                  <a:srgbClr val="FFFF00"/>
                </a:gs>
                <a:gs pos="66000">
                  <a:schemeClr val="accent1">
                    <a:lumMod val="45000"/>
                    <a:lumOff val="55000"/>
                  </a:schemeClr>
                </a:gs>
                <a:gs pos="80000">
                  <a:schemeClr val="accent1">
                    <a:lumMod val="45000"/>
                    <a:lumOff val="55000"/>
                  </a:schemeClr>
                </a:gs>
                <a:gs pos="94000">
                  <a:schemeClr val="accent4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2" name="Pravokotni trikotnik 11">
            <a:extLst>
              <a:ext uri="{FF2B5EF4-FFF2-40B4-BE49-F238E27FC236}">
                <a16:creationId xmlns:a16="http://schemas.microsoft.com/office/drawing/2014/main" id="{1393702C-50EA-C579-D3C3-69C66B0C4055}"/>
              </a:ext>
            </a:extLst>
          </p:cNvPr>
          <p:cNvSpPr/>
          <p:nvPr userDrawn="1"/>
        </p:nvSpPr>
        <p:spPr>
          <a:xfrm rot="10800000">
            <a:off x="9277350" y="-85726"/>
            <a:ext cx="2981328" cy="2028823"/>
          </a:xfrm>
          <a:prstGeom prst="rtTriangle">
            <a:avLst/>
          </a:prstGeom>
          <a:gradFill flip="none" rotWithShape="1">
            <a:gsLst>
              <a:gs pos="6000">
                <a:schemeClr val="tx1">
                  <a:lumMod val="95000"/>
                  <a:lumOff val="5000"/>
                </a:schemeClr>
              </a:gs>
              <a:gs pos="88000">
                <a:schemeClr val="tx1">
                  <a:lumMod val="75000"/>
                  <a:lumOff val="25000"/>
                </a:schemeClr>
              </a:gs>
            </a:gsLst>
            <a:lin ang="2700000" scaled="1"/>
            <a:tileRect/>
          </a:gradFill>
          <a:ln w="25400">
            <a:gradFill flip="none" rotWithShape="1">
              <a:gsLst>
                <a:gs pos="43000">
                  <a:srgbClr val="FFFF00"/>
                </a:gs>
                <a:gs pos="66000">
                  <a:schemeClr val="accent1">
                    <a:lumMod val="45000"/>
                    <a:lumOff val="55000"/>
                  </a:schemeClr>
                </a:gs>
                <a:gs pos="80000">
                  <a:schemeClr val="accent1">
                    <a:lumMod val="45000"/>
                    <a:lumOff val="55000"/>
                  </a:schemeClr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3" name="Pravokotni trikotnik 12">
            <a:extLst>
              <a:ext uri="{FF2B5EF4-FFF2-40B4-BE49-F238E27FC236}">
                <a16:creationId xmlns:a16="http://schemas.microsoft.com/office/drawing/2014/main" id="{D1C175D2-1842-1384-9BFF-8D31263D6BB8}"/>
              </a:ext>
            </a:extLst>
          </p:cNvPr>
          <p:cNvSpPr/>
          <p:nvPr userDrawn="1"/>
        </p:nvSpPr>
        <p:spPr>
          <a:xfrm>
            <a:off x="-76200" y="4400549"/>
            <a:ext cx="7296150" cy="2543175"/>
          </a:xfrm>
          <a:prstGeom prst="rtTriangle">
            <a:avLst/>
          </a:prstGeom>
          <a:gradFill>
            <a:gsLst>
              <a:gs pos="78000">
                <a:schemeClr val="tx1">
                  <a:lumMod val="75000"/>
                  <a:lumOff val="25000"/>
                </a:schemeClr>
              </a:gs>
              <a:gs pos="11000">
                <a:schemeClr val="tx1">
                  <a:lumMod val="65000"/>
                  <a:lumOff val="35000"/>
                </a:schemeClr>
              </a:gs>
            </a:gsLst>
            <a:lin ang="5400000" scaled="1"/>
          </a:gradFill>
          <a:ln w="44450">
            <a:gradFill>
              <a:gsLst>
                <a:gs pos="6000">
                  <a:srgbClr val="FFFF00"/>
                </a:gs>
                <a:gs pos="35000">
                  <a:srgbClr val="0070C0"/>
                </a:gs>
                <a:gs pos="84000">
                  <a:schemeClr val="accent4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BF86AD11-CCC5-9A55-6202-4A1678E0D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0639" y="693658"/>
            <a:ext cx="11270721" cy="1655344"/>
          </a:xfrm>
          <a:prstGeom prst="rect">
            <a:avLst/>
          </a:prstGeo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  <a:latin typeface="Caladea" panose="02040503050406030204" pitchFamily="18" charset="-18"/>
              </a:defRPr>
            </a:lvl1pPr>
          </a:lstStyle>
          <a:p>
            <a:r>
              <a:rPr lang="sl-SI" dirty="0"/>
              <a:t>Kliknite, če želite urediti slog naslova</a:t>
            </a:r>
          </a:p>
        </p:txBody>
      </p:sp>
      <p:sp>
        <p:nvSpPr>
          <p:cNvPr id="3" name="Označba mesta slike 10">
            <a:extLst>
              <a:ext uri="{FF2B5EF4-FFF2-40B4-BE49-F238E27FC236}">
                <a16:creationId xmlns:a16="http://schemas.microsoft.com/office/drawing/2014/main" id="{E276E0B6-A537-1A2B-37E6-36BDC941E8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606312" y="3101122"/>
            <a:ext cx="7006166" cy="303079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1pPr>
          </a:lstStyle>
          <a:p>
            <a:endParaRPr lang="sl-SI" dirty="0"/>
          </a:p>
        </p:txBody>
      </p:sp>
    </p:spTree>
    <p:extLst>
      <p:ext uri="{BB962C8B-B14F-4D97-AF65-F5344CB8AC3E}">
        <p14:creationId xmlns:p14="http://schemas.microsoft.com/office/powerpoint/2010/main" val="659481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 in slika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ravokotnik 5">
            <a:extLst>
              <a:ext uri="{FF2B5EF4-FFF2-40B4-BE49-F238E27FC236}">
                <a16:creationId xmlns:a16="http://schemas.microsoft.com/office/drawing/2014/main" id="{25B0EEA5-5171-DEAD-3A15-A3564B1084D8}"/>
              </a:ext>
            </a:extLst>
          </p:cNvPr>
          <p:cNvSpPr/>
          <p:nvPr userDrawn="1"/>
        </p:nvSpPr>
        <p:spPr>
          <a:xfrm rot="3300178">
            <a:off x="6416369" y="-658309"/>
            <a:ext cx="8039915" cy="4985352"/>
          </a:xfrm>
          <a:custGeom>
            <a:avLst/>
            <a:gdLst>
              <a:gd name="connsiteX0" fmla="*/ 0 w 8027345"/>
              <a:gd name="connsiteY0" fmla="*/ 0 h 3828095"/>
              <a:gd name="connsiteX1" fmla="*/ 8027345 w 8027345"/>
              <a:gd name="connsiteY1" fmla="*/ 0 h 3828095"/>
              <a:gd name="connsiteX2" fmla="*/ 8027345 w 8027345"/>
              <a:gd name="connsiteY2" fmla="*/ 3828095 h 3828095"/>
              <a:gd name="connsiteX3" fmla="*/ 0 w 8027345"/>
              <a:gd name="connsiteY3" fmla="*/ 3828095 h 3828095"/>
              <a:gd name="connsiteX4" fmla="*/ 0 w 8027345"/>
              <a:gd name="connsiteY4" fmla="*/ 0 h 3828095"/>
              <a:gd name="connsiteX0" fmla="*/ 3567956 w 8027345"/>
              <a:gd name="connsiteY0" fmla="*/ 0 h 4979292"/>
              <a:gd name="connsiteX1" fmla="*/ 8027345 w 8027345"/>
              <a:gd name="connsiteY1" fmla="*/ 1151197 h 4979292"/>
              <a:gd name="connsiteX2" fmla="*/ 8027345 w 8027345"/>
              <a:gd name="connsiteY2" fmla="*/ 4979292 h 4979292"/>
              <a:gd name="connsiteX3" fmla="*/ 0 w 8027345"/>
              <a:gd name="connsiteY3" fmla="*/ 4979292 h 4979292"/>
              <a:gd name="connsiteX4" fmla="*/ 3567956 w 8027345"/>
              <a:gd name="connsiteY4" fmla="*/ 0 h 4979292"/>
              <a:gd name="connsiteX0" fmla="*/ 3567956 w 8027345"/>
              <a:gd name="connsiteY0" fmla="*/ 0 h 4979292"/>
              <a:gd name="connsiteX1" fmla="*/ 7455778 w 8027345"/>
              <a:gd name="connsiteY1" fmla="*/ 2682972 h 4979292"/>
              <a:gd name="connsiteX2" fmla="*/ 8027345 w 8027345"/>
              <a:gd name="connsiteY2" fmla="*/ 4979292 h 4979292"/>
              <a:gd name="connsiteX3" fmla="*/ 0 w 8027345"/>
              <a:gd name="connsiteY3" fmla="*/ 4979292 h 4979292"/>
              <a:gd name="connsiteX4" fmla="*/ 3567956 w 8027345"/>
              <a:gd name="connsiteY4" fmla="*/ 0 h 4979292"/>
              <a:gd name="connsiteX0" fmla="*/ 3545869 w 8027345"/>
              <a:gd name="connsiteY0" fmla="*/ 0 h 5009066"/>
              <a:gd name="connsiteX1" fmla="*/ 7455778 w 8027345"/>
              <a:gd name="connsiteY1" fmla="*/ 2712746 h 5009066"/>
              <a:gd name="connsiteX2" fmla="*/ 8027345 w 8027345"/>
              <a:gd name="connsiteY2" fmla="*/ 5009066 h 5009066"/>
              <a:gd name="connsiteX3" fmla="*/ 0 w 8027345"/>
              <a:gd name="connsiteY3" fmla="*/ 5009066 h 5009066"/>
              <a:gd name="connsiteX4" fmla="*/ 3545869 w 8027345"/>
              <a:gd name="connsiteY4" fmla="*/ 0 h 5009066"/>
              <a:gd name="connsiteX0" fmla="*/ 3555472 w 8027345"/>
              <a:gd name="connsiteY0" fmla="*/ 0 h 5002342"/>
              <a:gd name="connsiteX1" fmla="*/ 7455778 w 8027345"/>
              <a:gd name="connsiteY1" fmla="*/ 2706022 h 5002342"/>
              <a:gd name="connsiteX2" fmla="*/ 8027345 w 8027345"/>
              <a:gd name="connsiteY2" fmla="*/ 5002342 h 5002342"/>
              <a:gd name="connsiteX3" fmla="*/ 0 w 8027345"/>
              <a:gd name="connsiteY3" fmla="*/ 5002342 h 5002342"/>
              <a:gd name="connsiteX4" fmla="*/ 3555472 w 8027345"/>
              <a:gd name="connsiteY4" fmla="*/ 0 h 5002342"/>
              <a:gd name="connsiteX0" fmla="*/ 3523782 w 8027345"/>
              <a:gd name="connsiteY0" fmla="*/ 0 h 5038840"/>
              <a:gd name="connsiteX1" fmla="*/ 7455778 w 8027345"/>
              <a:gd name="connsiteY1" fmla="*/ 2742520 h 5038840"/>
              <a:gd name="connsiteX2" fmla="*/ 8027345 w 8027345"/>
              <a:gd name="connsiteY2" fmla="*/ 5038840 h 5038840"/>
              <a:gd name="connsiteX3" fmla="*/ 0 w 8027345"/>
              <a:gd name="connsiteY3" fmla="*/ 5038840 h 5038840"/>
              <a:gd name="connsiteX4" fmla="*/ 3523782 w 8027345"/>
              <a:gd name="connsiteY4" fmla="*/ 0 h 5038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7345" h="5038840">
                <a:moveTo>
                  <a:pt x="3523782" y="0"/>
                </a:moveTo>
                <a:lnTo>
                  <a:pt x="7455778" y="2742520"/>
                </a:lnTo>
                <a:lnTo>
                  <a:pt x="8027345" y="5038840"/>
                </a:lnTo>
                <a:lnTo>
                  <a:pt x="0" y="5038840"/>
                </a:lnTo>
                <a:lnTo>
                  <a:pt x="3523782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0" name="Pravokotni trikotnik 9">
            <a:extLst>
              <a:ext uri="{FF2B5EF4-FFF2-40B4-BE49-F238E27FC236}">
                <a16:creationId xmlns:a16="http://schemas.microsoft.com/office/drawing/2014/main" id="{E0F5F29E-DB4B-0778-8060-67BE2BCEEF71}"/>
              </a:ext>
            </a:extLst>
          </p:cNvPr>
          <p:cNvSpPr/>
          <p:nvPr userDrawn="1"/>
        </p:nvSpPr>
        <p:spPr>
          <a:xfrm rot="5400000">
            <a:off x="1712136" y="-1712138"/>
            <a:ext cx="2454011" cy="5878287"/>
          </a:xfrm>
          <a:prstGeom prst="rtTriangle">
            <a:avLst/>
          </a:prstGeom>
          <a:gradFill>
            <a:gsLst>
              <a:gs pos="100000">
                <a:schemeClr val="tx1">
                  <a:lumMod val="65000"/>
                  <a:lumOff val="35000"/>
                </a:schemeClr>
              </a:gs>
              <a:gs pos="36000">
                <a:schemeClr val="bg2">
                  <a:lumMod val="25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2" name="Pravokotni trikotnik 11">
            <a:extLst>
              <a:ext uri="{FF2B5EF4-FFF2-40B4-BE49-F238E27FC236}">
                <a16:creationId xmlns:a16="http://schemas.microsoft.com/office/drawing/2014/main" id="{4B8AE801-90E4-D3F5-64CA-89CB1B199E0B}"/>
              </a:ext>
            </a:extLst>
          </p:cNvPr>
          <p:cNvSpPr/>
          <p:nvPr userDrawn="1"/>
        </p:nvSpPr>
        <p:spPr>
          <a:xfrm rot="16200000">
            <a:off x="8958265" y="3643310"/>
            <a:ext cx="4514849" cy="2085980"/>
          </a:xfrm>
          <a:prstGeom prst="rtTriangle">
            <a:avLst/>
          </a:prstGeom>
          <a:gradFill flip="none" rotWithShape="1">
            <a:gsLst>
              <a:gs pos="98000">
                <a:schemeClr val="tx1">
                  <a:lumMod val="75000"/>
                  <a:lumOff val="25000"/>
                </a:schemeClr>
              </a:gs>
              <a:gs pos="4000">
                <a:schemeClr val="bg2">
                  <a:lumMod val="50000"/>
                </a:schemeClr>
              </a:gs>
            </a:gsLst>
            <a:path path="rect">
              <a:fillToRect l="100000" t="100000"/>
            </a:path>
            <a:tileRect r="-100000" b="-100000"/>
          </a:gradFill>
          <a:ln w="25400">
            <a:gradFill>
              <a:gsLst>
                <a:gs pos="43000">
                  <a:srgbClr val="FFFF00"/>
                </a:gs>
                <a:gs pos="66000">
                  <a:schemeClr val="accent1">
                    <a:lumMod val="45000"/>
                    <a:lumOff val="55000"/>
                  </a:schemeClr>
                </a:gs>
                <a:gs pos="80000">
                  <a:schemeClr val="accent1">
                    <a:lumMod val="45000"/>
                    <a:lumOff val="55000"/>
                  </a:schemeClr>
                </a:gs>
                <a:gs pos="94000">
                  <a:schemeClr val="accent4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3" name="Pravokotni trikotnik 12">
            <a:extLst>
              <a:ext uri="{FF2B5EF4-FFF2-40B4-BE49-F238E27FC236}">
                <a16:creationId xmlns:a16="http://schemas.microsoft.com/office/drawing/2014/main" id="{9952B2F6-877B-C7E5-B8F1-1735947E5D8F}"/>
              </a:ext>
            </a:extLst>
          </p:cNvPr>
          <p:cNvSpPr/>
          <p:nvPr userDrawn="1"/>
        </p:nvSpPr>
        <p:spPr>
          <a:xfrm rot="10800000">
            <a:off x="9277350" y="-85726"/>
            <a:ext cx="2981328" cy="2028823"/>
          </a:xfrm>
          <a:prstGeom prst="rtTriangle">
            <a:avLst/>
          </a:prstGeom>
          <a:gradFill flip="none" rotWithShape="1">
            <a:gsLst>
              <a:gs pos="6000">
                <a:schemeClr val="tx1">
                  <a:lumMod val="95000"/>
                  <a:lumOff val="5000"/>
                </a:schemeClr>
              </a:gs>
              <a:gs pos="88000">
                <a:schemeClr val="tx1">
                  <a:lumMod val="75000"/>
                  <a:lumOff val="25000"/>
                </a:schemeClr>
              </a:gs>
            </a:gsLst>
            <a:lin ang="2700000" scaled="1"/>
            <a:tileRect/>
          </a:gradFill>
          <a:ln w="25400">
            <a:gradFill flip="none" rotWithShape="1">
              <a:gsLst>
                <a:gs pos="43000">
                  <a:srgbClr val="FFFF00"/>
                </a:gs>
                <a:gs pos="66000">
                  <a:schemeClr val="accent1">
                    <a:lumMod val="45000"/>
                    <a:lumOff val="55000"/>
                  </a:schemeClr>
                </a:gs>
                <a:gs pos="80000">
                  <a:schemeClr val="accent1">
                    <a:lumMod val="45000"/>
                    <a:lumOff val="55000"/>
                  </a:schemeClr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4" name="Pravokotni trikotnik 13">
            <a:extLst>
              <a:ext uri="{FF2B5EF4-FFF2-40B4-BE49-F238E27FC236}">
                <a16:creationId xmlns:a16="http://schemas.microsoft.com/office/drawing/2014/main" id="{2C49978C-E871-399F-820F-928A40D647EC}"/>
              </a:ext>
            </a:extLst>
          </p:cNvPr>
          <p:cNvSpPr/>
          <p:nvPr userDrawn="1"/>
        </p:nvSpPr>
        <p:spPr>
          <a:xfrm>
            <a:off x="-76200" y="4400549"/>
            <a:ext cx="7296150" cy="2543175"/>
          </a:xfrm>
          <a:prstGeom prst="rtTriangle">
            <a:avLst/>
          </a:prstGeom>
          <a:gradFill>
            <a:gsLst>
              <a:gs pos="78000">
                <a:schemeClr val="tx1">
                  <a:lumMod val="75000"/>
                  <a:lumOff val="25000"/>
                </a:schemeClr>
              </a:gs>
              <a:gs pos="11000">
                <a:schemeClr val="tx1">
                  <a:lumMod val="65000"/>
                  <a:lumOff val="35000"/>
                </a:schemeClr>
              </a:gs>
            </a:gsLst>
            <a:lin ang="5400000" scaled="1"/>
          </a:gradFill>
          <a:ln w="44450">
            <a:gradFill>
              <a:gsLst>
                <a:gs pos="6000">
                  <a:srgbClr val="FFFF00"/>
                </a:gs>
                <a:gs pos="35000">
                  <a:srgbClr val="0070C0"/>
                </a:gs>
                <a:gs pos="84000">
                  <a:schemeClr val="accent4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BF86AD11-CCC5-9A55-6202-4A1678E0D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7012" y="680169"/>
            <a:ext cx="6975107" cy="2581225"/>
          </a:xfrm>
          <a:prstGeom prst="rect">
            <a:avLst/>
          </a:prstGeo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  <a:latin typeface="Caladea" panose="02040503050406030204" pitchFamily="18" charset="-18"/>
              </a:defRPr>
            </a:lvl1pPr>
          </a:lstStyle>
          <a:p>
            <a:r>
              <a:rPr lang="sl-SI" dirty="0"/>
              <a:t>Kliknite, če želite urediti slog naslova</a:t>
            </a:r>
          </a:p>
        </p:txBody>
      </p:sp>
      <p:sp>
        <p:nvSpPr>
          <p:cNvPr id="8" name="Označba mesta slike 7">
            <a:extLst>
              <a:ext uri="{FF2B5EF4-FFF2-40B4-BE49-F238E27FC236}">
                <a16:creationId xmlns:a16="http://schemas.microsoft.com/office/drawing/2014/main" id="{916529B2-687C-4164-7AB4-7B5867D2FF4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1466" y="680169"/>
            <a:ext cx="4262967" cy="424570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1pPr>
          </a:lstStyle>
          <a:p>
            <a:endParaRPr lang="sl-SI" dirty="0"/>
          </a:p>
        </p:txBody>
      </p:sp>
      <p:sp>
        <p:nvSpPr>
          <p:cNvPr id="4" name="Označba mesta vsebine 3">
            <a:extLst>
              <a:ext uri="{FF2B5EF4-FFF2-40B4-BE49-F238E27FC236}">
                <a16:creationId xmlns:a16="http://schemas.microsoft.com/office/drawing/2014/main" id="{8B36D2B2-8E6A-9076-0BA9-4AE248F3B24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227012" y="3596607"/>
            <a:ext cx="6975475" cy="13292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1pPr>
          </a:lstStyle>
          <a:p>
            <a:pPr lvl="0"/>
            <a:r>
              <a:rPr lang="sl-SI" dirty="0"/>
              <a:t>Kliknite za urejanje podnapisa besedila matrice</a:t>
            </a:r>
          </a:p>
        </p:txBody>
      </p:sp>
    </p:spTree>
    <p:extLst>
      <p:ext uri="{BB962C8B-B14F-4D97-AF65-F5344CB8AC3E}">
        <p14:creationId xmlns:p14="http://schemas.microsoft.com/office/powerpoint/2010/main" val="277799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ljena vseb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avokotnik 8">
            <a:extLst>
              <a:ext uri="{FF2B5EF4-FFF2-40B4-BE49-F238E27FC236}">
                <a16:creationId xmlns:a16="http://schemas.microsoft.com/office/drawing/2014/main" id="{694405D8-8A03-3BC5-EDFD-7591D58C750C}"/>
              </a:ext>
            </a:extLst>
          </p:cNvPr>
          <p:cNvSpPr/>
          <p:nvPr userDrawn="1"/>
        </p:nvSpPr>
        <p:spPr>
          <a:xfrm rot="6717819">
            <a:off x="-2625013" y="347005"/>
            <a:ext cx="8425468" cy="5177970"/>
          </a:xfrm>
          <a:custGeom>
            <a:avLst/>
            <a:gdLst>
              <a:gd name="connsiteX0" fmla="*/ 0 w 8547316"/>
              <a:gd name="connsiteY0" fmla="*/ 0 h 4018849"/>
              <a:gd name="connsiteX1" fmla="*/ 8547316 w 8547316"/>
              <a:gd name="connsiteY1" fmla="*/ 0 h 4018849"/>
              <a:gd name="connsiteX2" fmla="*/ 8547316 w 8547316"/>
              <a:gd name="connsiteY2" fmla="*/ 4018849 h 4018849"/>
              <a:gd name="connsiteX3" fmla="*/ 0 w 8547316"/>
              <a:gd name="connsiteY3" fmla="*/ 4018849 h 4018849"/>
              <a:gd name="connsiteX4" fmla="*/ 0 w 8547316"/>
              <a:gd name="connsiteY4" fmla="*/ 0 h 4018849"/>
              <a:gd name="connsiteX0" fmla="*/ 0 w 8547316"/>
              <a:gd name="connsiteY0" fmla="*/ 0 h 5051997"/>
              <a:gd name="connsiteX1" fmla="*/ 8547316 w 8547316"/>
              <a:gd name="connsiteY1" fmla="*/ 0 h 5051997"/>
              <a:gd name="connsiteX2" fmla="*/ 8547316 w 8547316"/>
              <a:gd name="connsiteY2" fmla="*/ 4018849 h 5051997"/>
              <a:gd name="connsiteX3" fmla="*/ 2429658 w 8547316"/>
              <a:gd name="connsiteY3" fmla="*/ 5051997 h 5051997"/>
              <a:gd name="connsiteX4" fmla="*/ 0 w 8547316"/>
              <a:gd name="connsiteY4" fmla="*/ 0 h 5051997"/>
              <a:gd name="connsiteX0" fmla="*/ 0 w 8200998"/>
              <a:gd name="connsiteY0" fmla="*/ 0 h 5177970"/>
              <a:gd name="connsiteX1" fmla="*/ 8200998 w 8200998"/>
              <a:gd name="connsiteY1" fmla="*/ 125973 h 5177970"/>
              <a:gd name="connsiteX2" fmla="*/ 8200998 w 8200998"/>
              <a:gd name="connsiteY2" fmla="*/ 4144822 h 5177970"/>
              <a:gd name="connsiteX3" fmla="*/ 2083340 w 8200998"/>
              <a:gd name="connsiteY3" fmla="*/ 5177970 h 5177970"/>
              <a:gd name="connsiteX4" fmla="*/ 0 w 8200998"/>
              <a:gd name="connsiteY4" fmla="*/ 0 h 5177970"/>
              <a:gd name="connsiteX0" fmla="*/ 0 w 8425468"/>
              <a:gd name="connsiteY0" fmla="*/ 0 h 5177970"/>
              <a:gd name="connsiteX1" fmla="*/ 8200998 w 8425468"/>
              <a:gd name="connsiteY1" fmla="*/ 125973 h 5177970"/>
              <a:gd name="connsiteX2" fmla="*/ 8425468 w 8425468"/>
              <a:gd name="connsiteY2" fmla="*/ 2630132 h 5177970"/>
              <a:gd name="connsiteX3" fmla="*/ 2083340 w 8425468"/>
              <a:gd name="connsiteY3" fmla="*/ 5177970 h 5177970"/>
              <a:gd name="connsiteX4" fmla="*/ 0 w 8425468"/>
              <a:gd name="connsiteY4" fmla="*/ 0 h 5177970"/>
              <a:gd name="connsiteX0" fmla="*/ 0 w 8425468"/>
              <a:gd name="connsiteY0" fmla="*/ 0 h 5177970"/>
              <a:gd name="connsiteX1" fmla="*/ 7550141 w 8425468"/>
              <a:gd name="connsiteY1" fmla="*/ 141966 h 5177970"/>
              <a:gd name="connsiteX2" fmla="*/ 8425468 w 8425468"/>
              <a:gd name="connsiteY2" fmla="*/ 2630132 h 5177970"/>
              <a:gd name="connsiteX3" fmla="*/ 2083340 w 8425468"/>
              <a:gd name="connsiteY3" fmla="*/ 5177970 h 5177970"/>
              <a:gd name="connsiteX4" fmla="*/ 0 w 8425468"/>
              <a:gd name="connsiteY4" fmla="*/ 0 h 5177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25468" h="5177970">
                <a:moveTo>
                  <a:pt x="0" y="0"/>
                </a:moveTo>
                <a:lnTo>
                  <a:pt x="7550141" y="141966"/>
                </a:lnTo>
                <a:lnTo>
                  <a:pt x="8425468" y="2630132"/>
                </a:lnTo>
                <a:lnTo>
                  <a:pt x="2083340" y="517797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1000">
                <a:schemeClr val="tx1"/>
              </a:gs>
              <a:gs pos="2000">
                <a:schemeClr val="tx1">
                  <a:lumMod val="65000"/>
                  <a:lumOff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8" name="Pravokotni trikotnik 7">
            <a:extLst>
              <a:ext uri="{FF2B5EF4-FFF2-40B4-BE49-F238E27FC236}">
                <a16:creationId xmlns:a16="http://schemas.microsoft.com/office/drawing/2014/main" id="{1A5DAAA4-1B9B-E75D-009C-3AEFCB456E79}"/>
              </a:ext>
            </a:extLst>
          </p:cNvPr>
          <p:cNvSpPr/>
          <p:nvPr userDrawn="1"/>
        </p:nvSpPr>
        <p:spPr>
          <a:xfrm rot="5400000">
            <a:off x="-1879601" y="1774559"/>
            <a:ext cx="4842936" cy="1175279"/>
          </a:xfrm>
          <a:prstGeom prst="rtTriangle">
            <a:avLst/>
          </a:prstGeom>
          <a:gradFill>
            <a:gsLst>
              <a:gs pos="50000">
                <a:schemeClr val="tx1">
                  <a:lumMod val="75000"/>
                  <a:lumOff val="25000"/>
                </a:schemeClr>
              </a:gs>
              <a:gs pos="3000">
                <a:schemeClr val="tx1">
                  <a:lumMod val="65000"/>
                  <a:lumOff val="35000"/>
                </a:schemeClr>
              </a:gs>
            </a:gsLst>
            <a:lin ang="5400000" scaled="1"/>
          </a:gradFill>
          <a:ln w="44450">
            <a:gradFill>
              <a:gsLst>
                <a:gs pos="6000">
                  <a:srgbClr val="FFFF00"/>
                </a:gs>
                <a:gs pos="35000">
                  <a:srgbClr val="0070C0"/>
                </a:gs>
                <a:gs pos="84000">
                  <a:schemeClr val="accent4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6" name="Pravokotni trikotnik 5">
            <a:extLst>
              <a:ext uri="{FF2B5EF4-FFF2-40B4-BE49-F238E27FC236}">
                <a16:creationId xmlns:a16="http://schemas.microsoft.com/office/drawing/2014/main" id="{43FC24AE-02D5-66A5-37C6-68AEF686BD42}"/>
              </a:ext>
            </a:extLst>
          </p:cNvPr>
          <p:cNvSpPr/>
          <p:nvPr userDrawn="1"/>
        </p:nvSpPr>
        <p:spPr>
          <a:xfrm>
            <a:off x="-45773" y="5291139"/>
            <a:ext cx="4135173" cy="1661207"/>
          </a:xfrm>
          <a:prstGeom prst="rtTriangle">
            <a:avLst/>
          </a:prstGeom>
          <a:gradFill flip="none" rotWithShape="1">
            <a:gsLst>
              <a:gs pos="42000">
                <a:schemeClr val="tx1">
                  <a:lumMod val="75000"/>
                  <a:lumOff val="25000"/>
                </a:schemeClr>
              </a:gs>
              <a:gs pos="0">
                <a:schemeClr val="bg2">
                  <a:lumMod val="50000"/>
                </a:schemeClr>
              </a:gs>
            </a:gsLst>
            <a:path path="rect">
              <a:fillToRect l="100000" t="100000"/>
            </a:path>
            <a:tileRect r="-100000" b="-100000"/>
          </a:gradFill>
          <a:ln w="25400">
            <a:gradFill>
              <a:gsLst>
                <a:gs pos="43000">
                  <a:srgbClr val="FFFF00"/>
                </a:gs>
                <a:gs pos="66000">
                  <a:schemeClr val="accent1">
                    <a:lumMod val="45000"/>
                    <a:lumOff val="55000"/>
                  </a:schemeClr>
                </a:gs>
                <a:gs pos="80000">
                  <a:schemeClr val="accent1">
                    <a:lumMod val="45000"/>
                    <a:lumOff val="55000"/>
                  </a:schemeClr>
                </a:gs>
                <a:gs pos="94000">
                  <a:schemeClr val="accent4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7" name="Pravokotni trikotnik 6">
            <a:extLst>
              <a:ext uri="{FF2B5EF4-FFF2-40B4-BE49-F238E27FC236}">
                <a16:creationId xmlns:a16="http://schemas.microsoft.com/office/drawing/2014/main" id="{2AA41A97-2F8A-BAFF-14B0-60ADA8B0590D}"/>
              </a:ext>
            </a:extLst>
          </p:cNvPr>
          <p:cNvSpPr/>
          <p:nvPr userDrawn="1"/>
        </p:nvSpPr>
        <p:spPr>
          <a:xfrm rot="10800000">
            <a:off x="6248400" y="-104248"/>
            <a:ext cx="6045200" cy="2834749"/>
          </a:xfrm>
          <a:prstGeom prst="rtTriangle">
            <a:avLst/>
          </a:prstGeom>
          <a:gradFill flip="none" rotWithShape="1">
            <a:gsLst>
              <a:gs pos="6000">
                <a:schemeClr val="tx1">
                  <a:lumMod val="95000"/>
                  <a:lumOff val="5000"/>
                </a:schemeClr>
              </a:gs>
              <a:gs pos="88000">
                <a:schemeClr val="tx1">
                  <a:lumMod val="75000"/>
                  <a:lumOff val="25000"/>
                </a:schemeClr>
              </a:gs>
            </a:gsLst>
            <a:lin ang="2700000" scaled="1"/>
            <a:tileRect/>
          </a:gradFill>
          <a:ln w="25400">
            <a:gradFill flip="none" rotWithShape="1">
              <a:gsLst>
                <a:gs pos="43000">
                  <a:srgbClr val="FFFF00"/>
                </a:gs>
                <a:gs pos="66000">
                  <a:schemeClr val="accent1">
                    <a:lumMod val="45000"/>
                    <a:lumOff val="55000"/>
                  </a:schemeClr>
                </a:gs>
                <a:gs pos="80000">
                  <a:schemeClr val="accent1">
                    <a:lumMod val="45000"/>
                    <a:lumOff val="55000"/>
                  </a:schemeClr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4" name="Pravokotni trikotnik 3">
            <a:extLst>
              <a:ext uri="{FF2B5EF4-FFF2-40B4-BE49-F238E27FC236}">
                <a16:creationId xmlns:a16="http://schemas.microsoft.com/office/drawing/2014/main" id="{6782D8CB-6BBA-A822-6FE2-AA0011C45A4D}"/>
              </a:ext>
            </a:extLst>
          </p:cNvPr>
          <p:cNvSpPr/>
          <p:nvPr userDrawn="1"/>
        </p:nvSpPr>
        <p:spPr>
          <a:xfrm rot="16200000">
            <a:off x="7346952" y="2012952"/>
            <a:ext cx="2273301" cy="7416798"/>
          </a:xfrm>
          <a:prstGeom prst="rtTriangle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2000">
                <a:schemeClr val="bg2">
                  <a:lumMod val="2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32946D4B-978B-3F17-B624-4B2DEA79E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633" y="305859"/>
            <a:ext cx="10608733" cy="1333456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Caladea" panose="02040503050406030204" pitchFamily="18" charset="-18"/>
                <a:cs typeface="Times New Roman" panose="02020603050405020304" pitchFamily="18" charset="0"/>
              </a:defRPr>
            </a:lvl1pPr>
          </a:lstStyle>
          <a:p>
            <a:r>
              <a:rPr lang="sl-SI" dirty="0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FC3B74F9-329A-476C-CC5F-8E4E6FF15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5177"/>
            <a:ext cx="6680200" cy="46069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1pPr>
            <a:lvl2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2pPr>
            <a:lvl3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3pPr>
            <a:lvl4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4pPr>
            <a:lvl5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5pPr>
          </a:lstStyle>
          <a:p>
            <a:pPr lvl="0"/>
            <a:r>
              <a:rPr lang="sl-SI" dirty="0"/>
              <a:t>Kliknite za urejanje slogov besedila matrice</a:t>
            </a:r>
          </a:p>
          <a:p>
            <a:pPr lvl="1"/>
            <a:r>
              <a:rPr lang="sl-SI" dirty="0"/>
              <a:t>Druga raven</a:t>
            </a:r>
          </a:p>
          <a:p>
            <a:pPr lvl="2"/>
            <a:r>
              <a:rPr lang="sl-SI" dirty="0"/>
              <a:t>Tretja raven</a:t>
            </a:r>
          </a:p>
          <a:p>
            <a:pPr lvl="3"/>
            <a:r>
              <a:rPr lang="sl-SI" dirty="0"/>
              <a:t>Četrta raven</a:t>
            </a:r>
          </a:p>
          <a:p>
            <a:pPr lvl="4"/>
            <a:r>
              <a:rPr lang="sl-SI" dirty="0"/>
              <a:t>Peta raven</a:t>
            </a:r>
          </a:p>
        </p:txBody>
      </p:sp>
      <p:sp>
        <p:nvSpPr>
          <p:cNvPr id="11" name="Označba mesta slike 10">
            <a:extLst>
              <a:ext uri="{FF2B5EF4-FFF2-40B4-BE49-F238E27FC236}">
                <a16:creationId xmlns:a16="http://schemas.microsoft.com/office/drawing/2014/main" id="{1C6AED63-04D9-69F9-BC27-D3DED7493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99400" y="1945177"/>
            <a:ext cx="3454400" cy="20717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1pPr>
          </a:lstStyle>
          <a:p>
            <a:endParaRPr lang="sl-SI"/>
          </a:p>
        </p:txBody>
      </p:sp>
      <p:sp>
        <p:nvSpPr>
          <p:cNvPr id="13" name="Označba mesta slike 10">
            <a:extLst>
              <a:ext uri="{FF2B5EF4-FFF2-40B4-BE49-F238E27FC236}">
                <a16:creationId xmlns:a16="http://schemas.microsoft.com/office/drawing/2014/main" id="{5E6D916D-9B36-4300-B1D2-701F4B09A92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945966" y="4480412"/>
            <a:ext cx="3454400" cy="20717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1pPr>
          </a:lstStyle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99118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ljena vseb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otnik 8">
            <a:extLst>
              <a:ext uri="{FF2B5EF4-FFF2-40B4-BE49-F238E27FC236}">
                <a16:creationId xmlns:a16="http://schemas.microsoft.com/office/drawing/2014/main" id="{3E354286-A996-30E8-4139-E946BB8454DF}"/>
              </a:ext>
            </a:extLst>
          </p:cNvPr>
          <p:cNvSpPr/>
          <p:nvPr userDrawn="1"/>
        </p:nvSpPr>
        <p:spPr>
          <a:xfrm rot="6717819">
            <a:off x="-2663335" y="281215"/>
            <a:ext cx="8425468" cy="5177970"/>
          </a:xfrm>
          <a:custGeom>
            <a:avLst/>
            <a:gdLst>
              <a:gd name="connsiteX0" fmla="*/ 0 w 8547316"/>
              <a:gd name="connsiteY0" fmla="*/ 0 h 4018849"/>
              <a:gd name="connsiteX1" fmla="*/ 8547316 w 8547316"/>
              <a:gd name="connsiteY1" fmla="*/ 0 h 4018849"/>
              <a:gd name="connsiteX2" fmla="*/ 8547316 w 8547316"/>
              <a:gd name="connsiteY2" fmla="*/ 4018849 h 4018849"/>
              <a:gd name="connsiteX3" fmla="*/ 0 w 8547316"/>
              <a:gd name="connsiteY3" fmla="*/ 4018849 h 4018849"/>
              <a:gd name="connsiteX4" fmla="*/ 0 w 8547316"/>
              <a:gd name="connsiteY4" fmla="*/ 0 h 4018849"/>
              <a:gd name="connsiteX0" fmla="*/ 0 w 8547316"/>
              <a:gd name="connsiteY0" fmla="*/ 0 h 5051997"/>
              <a:gd name="connsiteX1" fmla="*/ 8547316 w 8547316"/>
              <a:gd name="connsiteY1" fmla="*/ 0 h 5051997"/>
              <a:gd name="connsiteX2" fmla="*/ 8547316 w 8547316"/>
              <a:gd name="connsiteY2" fmla="*/ 4018849 h 5051997"/>
              <a:gd name="connsiteX3" fmla="*/ 2429658 w 8547316"/>
              <a:gd name="connsiteY3" fmla="*/ 5051997 h 5051997"/>
              <a:gd name="connsiteX4" fmla="*/ 0 w 8547316"/>
              <a:gd name="connsiteY4" fmla="*/ 0 h 5051997"/>
              <a:gd name="connsiteX0" fmla="*/ 0 w 8200998"/>
              <a:gd name="connsiteY0" fmla="*/ 0 h 5177970"/>
              <a:gd name="connsiteX1" fmla="*/ 8200998 w 8200998"/>
              <a:gd name="connsiteY1" fmla="*/ 125973 h 5177970"/>
              <a:gd name="connsiteX2" fmla="*/ 8200998 w 8200998"/>
              <a:gd name="connsiteY2" fmla="*/ 4144822 h 5177970"/>
              <a:gd name="connsiteX3" fmla="*/ 2083340 w 8200998"/>
              <a:gd name="connsiteY3" fmla="*/ 5177970 h 5177970"/>
              <a:gd name="connsiteX4" fmla="*/ 0 w 8200998"/>
              <a:gd name="connsiteY4" fmla="*/ 0 h 5177970"/>
              <a:gd name="connsiteX0" fmla="*/ 0 w 8425468"/>
              <a:gd name="connsiteY0" fmla="*/ 0 h 5177970"/>
              <a:gd name="connsiteX1" fmla="*/ 8200998 w 8425468"/>
              <a:gd name="connsiteY1" fmla="*/ 125973 h 5177970"/>
              <a:gd name="connsiteX2" fmla="*/ 8425468 w 8425468"/>
              <a:gd name="connsiteY2" fmla="*/ 2630132 h 5177970"/>
              <a:gd name="connsiteX3" fmla="*/ 2083340 w 8425468"/>
              <a:gd name="connsiteY3" fmla="*/ 5177970 h 5177970"/>
              <a:gd name="connsiteX4" fmla="*/ 0 w 8425468"/>
              <a:gd name="connsiteY4" fmla="*/ 0 h 5177970"/>
              <a:gd name="connsiteX0" fmla="*/ 0 w 8425468"/>
              <a:gd name="connsiteY0" fmla="*/ 0 h 5177970"/>
              <a:gd name="connsiteX1" fmla="*/ 7550141 w 8425468"/>
              <a:gd name="connsiteY1" fmla="*/ 141966 h 5177970"/>
              <a:gd name="connsiteX2" fmla="*/ 8425468 w 8425468"/>
              <a:gd name="connsiteY2" fmla="*/ 2630132 h 5177970"/>
              <a:gd name="connsiteX3" fmla="*/ 2083340 w 8425468"/>
              <a:gd name="connsiteY3" fmla="*/ 5177970 h 5177970"/>
              <a:gd name="connsiteX4" fmla="*/ 0 w 8425468"/>
              <a:gd name="connsiteY4" fmla="*/ 0 h 5177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25468" h="5177970">
                <a:moveTo>
                  <a:pt x="0" y="0"/>
                </a:moveTo>
                <a:lnTo>
                  <a:pt x="7550141" y="141966"/>
                </a:lnTo>
                <a:lnTo>
                  <a:pt x="8425468" y="2630132"/>
                </a:lnTo>
                <a:lnTo>
                  <a:pt x="2083340" y="517797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81000">
                <a:schemeClr val="tx1"/>
              </a:gs>
              <a:gs pos="2000">
                <a:schemeClr val="tx1">
                  <a:lumMod val="65000"/>
                  <a:lumOff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6" name="Pravokotni trikotnik 5">
            <a:extLst>
              <a:ext uri="{FF2B5EF4-FFF2-40B4-BE49-F238E27FC236}">
                <a16:creationId xmlns:a16="http://schemas.microsoft.com/office/drawing/2014/main" id="{EC95DCC1-A172-3B0C-581A-A4CB2F2D663A}"/>
              </a:ext>
            </a:extLst>
          </p:cNvPr>
          <p:cNvSpPr/>
          <p:nvPr userDrawn="1"/>
        </p:nvSpPr>
        <p:spPr>
          <a:xfrm rot="5400000">
            <a:off x="-1849968" y="1804193"/>
            <a:ext cx="4783667" cy="1175279"/>
          </a:xfrm>
          <a:prstGeom prst="rtTriangle">
            <a:avLst/>
          </a:prstGeom>
          <a:gradFill flip="none" rotWithShape="1">
            <a:gsLst>
              <a:gs pos="100000">
                <a:schemeClr val="tx1"/>
              </a:gs>
              <a:gs pos="41000">
                <a:srgbClr val="3A3A3A"/>
              </a:gs>
              <a:gs pos="0">
                <a:schemeClr val="tx1">
                  <a:lumMod val="65000"/>
                  <a:lumOff val="3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444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7" name="Pravokotni trikotnik 6">
            <a:extLst>
              <a:ext uri="{FF2B5EF4-FFF2-40B4-BE49-F238E27FC236}">
                <a16:creationId xmlns:a16="http://schemas.microsoft.com/office/drawing/2014/main" id="{92C524F4-A686-E6D8-9195-D1F163797AD1}"/>
              </a:ext>
            </a:extLst>
          </p:cNvPr>
          <p:cNvSpPr/>
          <p:nvPr userDrawn="1"/>
        </p:nvSpPr>
        <p:spPr>
          <a:xfrm>
            <a:off x="-45773" y="5291139"/>
            <a:ext cx="4135173" cy="1661207"/>
          </a:xfrm>
          <a:prstGeom prst="rtTriangle">
            <a:avLst/>
          </a:prstGeom>
          <a:gradFill flip="none" rotWithShape="1">
            <a:gsLst>
              <a:gs pos="42000">
                <a:schemeClr val="tx1">
                  <a:lumMod val="75000"/>
                  <a:lumOff val="25000"/>
                </a:schemeClr>
              </a:gs>
              <a:gs pos="0">
                <a:schemeClr val="bg2">
                  <a:lumMod val="50000"/>
                </a:schemeClr>
              </a:gs>
            </a:gsLst>
            <a:path path="rect">
              <a:fillToRect l="100000" t="100000"/>
            </a:path>
            <a:tileRect r="-100000" b="-100000"/>
          </a:gradFill>
          <a:ln w="25400">
            <a:gradFill>
              <a:gsLst>
                <a:gs pos="43000">
                  <a:srgbClr val="FFFF00"/>
                </a:gs>
                <a:gs pos="66000">
                  <a:schemeClr val="accent1">
                    <a:lumMod val="45000"/>
                    <a:lumOff val="55000"/>
                  </a:schemeClr>
                </a:gs>
                <a:gs pos="80000">
                  <a:schemeClr val="accent1">
                    <a:lumMod val="45000"/>
                    <a:lumOff val="55000"/>
                  </a:schemeClr>
                </a:gs>
                <a:gs pos="94000">
                  <a:schemeClr val="accent4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8" name="Pravokotni trikotnik 7">
            <a:extLst>
              <a:ext uri="{FF2B5EF4-FFF2-40B4-BE49-F238E27FC236}">
                <a16:creationId xmlns:a16="http://schemas.microsoft.com/office/drawing/2014/main" id="{1F9F97C6-A353-854E-6668-9AD7B0A77ECA}"/>
              </a:ext>
            </a:extLst>
          </p:cNvPr>
          <p:cNvSpPr/>
          <p:nvPr userDrawn="1"/>
        </p:nvSpPr>
        <p:spPr>
          <a:xfrm rot="10800000">
            <a:off x="6248400" y="-104248"/>
            <a:ext cx="6045200" cy="2834749"/>
          </a:xfrm>
          <a:prstGeom prst="rtTriangle">
            <a:avLst/>
          </a:prstGeom>
          <a:gradFill flip="none" rotWithShape="1">
            <a:gsLst>
              <a:gs pos="6000">
                <a:schemeClr val="tx1">
                  <a:lumMod val="95000"/>
                  <a:lumOff val="5000"/>
                </a:schemeClr>
              </a:gs>
              <a:gs pos="88000">
                <a:schemeClr val="tx1">
                  <a:lumMod val="75000"/>
                  <a:lumOff val="25000"/>
                </a:schemeClr>
              </a:gs>
            </a:gsLst>
            <a:lin ang="2700000" scaled="1"/>
            <a:tileRect/>
          </a:gradFill>
          <a:ln w="25400">
            <a:gradFill flip="none" rotWithShape="1">
              <a:gsLst>
                <a:gs pos="43000">
                  <a:srgbClr val="FFFF00"/>
                </a:gs>
                <a:gs pos="66000">
                  <a:schemeClr val="accent1">
                    <a:lumMod val="45000"/>
                    <a:lumOff val="55000"/>
                  </a:schemeClr>
                </a:gs>
                <a:gs pos="80000">
                  <a:schemeClr val="accent1">
                    <a:lumMod val="45000"/>
                    <a:lumOff val="55000"/>
                  </a:schemeClr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9" name="Pravokotni trikotnik 8">
            <a:extLst>
              <a:ext uri="{FF2B5EF4-FFF2-40B4-BE49-F238E27FC236}">
                <a16:creationId xmlns:a16="http://schemas.microsoft.com/office/drawing/2014/main" id="{E7167984-4E52-EF29-AAC9-A01312A09282}"/>
              </a:ext>
            </a:extLst>
          </p:cNvPr>
          <p:cNvSpPr/>
          <p:nvPr userDrawn="1"/>
        </p:nvSpPr>
        <p:spPr>
          <a:xfrm rot="16200000">
            <a:off x="7346952" y="2012952"/>
            <a:ext cx="2273301" cy="7416798"/>
          </a:xfrm>
          <a:prstGeom prst="rtTriangle">
            <a:avLst/>
          </a:prstGeom>
          <a:gradFill flip="none" rotWithShape="1">
            <a:gsLst>
              <a:gs pos="0">
                <a:schemeClr val="tx1">
                  <a:lumMod val="65000"/>
                  <a:lumOff val="35000"/>
                </a:schemeClr>
              </a:gs>
              <a:gs pos="62000">
                <a:schemeClr val="bg2">
                  <a:lumMod val="2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32946D4B-978B-3F17-B624-4B2DEA79E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537632"/>
            <a:ext cx="4889500" cy="2091267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Caladea" panose="02040503050406030204" pitchFamily="18" charset="-18"/>
                <a:cs typeface="Times New Roman" panose="02020603050405020304" pitchFamily="18" charset="0"/>
              </a:defRPr>
            </a:lvl1pPr>
          </a:lstStyle>
          <a:p>
            <a:r>
              <a:rPr lang="sl-SI" dirty="0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FC3B74F9-329A-476C-CC5F-8E4E6FF15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9800" y="3708399"/>
            <a:ext cx="4622800" cy="24722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1pPr>
            <a:lvl2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2pPr>
            <a:lvl3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3pPr>
            <a:lvl4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4pPr>
            <a:lvl5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5pPr>
          </a:lstStyle>
          <a:p>
            <a:pPr lvl="0"/>
            <a:r>
              <a:rPr lang="sl-SI" dirty="0"/>
              <a:t>Kliknite za urejanje slogov besedila matrice</a:t>
            </a:r>
          </a:p>
          <a:p>
            <a:pPr lvl="1"/>
            <a:r>
              <a:rPr lang="sl-SI" dirty="0"/>
              <a:t>Druga raven</a:t>
            </a:r>
          </a:p>
          <a:p>
            <a:pPr lvl="2"/>
            <a:r>
              <a:rPr lang="sl-SI" dirty="0"/>
              <a:t>Tretja raven</a:t>
            </a:r>
          </a:p>
          <a:p>
            <a:pPr lvl="3"/>
            <a:r>
              <a:rPr lang="sl-SI" dirty="0"/>
              <a:t>Četrta raven</a:t>
            </a:r>
          </a:p>
          <a:p>
            <a:pPr lvl="4"/>
            <a:r>
              <a:rPr lang="sl-SI" dirty="0"/>
              <a:t>Peta raven</a:t>
            </a:r>
          </a:p>
        </p:txBody>
      </p:sp>
      <p:sp>
        <p:nvSpPr>
          <p:cNvPr id="11" name="Označba mesta slike 10">
            <a:extLst>
              <a:ext uri="{FF2B5EF4-FFF2-40B4-BE49-F238E27FC236}">
                <a16:creationId xmlns:a16="http://schemas.microsoft.com/office/drawing/2014/main" id="{1C6AED63-04D9-69F9-BC27-D3DED7493C2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19800" y="537633"/>
            <a:ext cx="4622800" cy="298873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1pPr>
          </a:lstStyle>
          <a:p>
            <a:endParaRPr lang="sl-SI"/>
          </a:p>
        </p:txBody>
      </p:sp>
      <p:sp>
        <p:nvSpPr>
          <p:cNvPr id="5" name="Označba mesta besedila 4">
            <a:extLst>
              <a:ext uri="{FF2B5EF4-FFF2-40B4-BE49-F238E27FC236}">
                <a16:creationId xmlns:a16="http://schemas.microsoft.com/office/drawing/2014/main" id="{7D0F02E4-02F9-AE9E-7B22-34A03B51E3E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76300" y="2870200"/>
            <a:ext cx="4889500" cy="33104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1pPr>
            <a:lvl2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2pPr>
            <a:lvl3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3pPr>
            <a:lvl4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4pPr>
            <a:lvl5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5pPr>
          </a:lstStyle>
          <a:p>
            <a:pPr lvl="0"/>
            <a:r>
              <a:rPr lang="sl-SI" dirty="0"/>
              <a:t>Kliknite za urejanje slogov besedila matrice</a:t>
            </a:r>
          </a:p>
          <a:p>
            <a:pPr lvl="1"/>
            <a:r>
              <a:rPr lang="sl-SI" dirty="0"/>
              <a:t>Druga raven</a:t>
            </a:r>
          </a:p>
          <a:p>
            <a:pPr lvl="2"/>
            <a:r>
              <a:rPr lang="sl-SI" dirty="0"/>
              <a:t>Tretja raven</a:t>
            </a:r>
          </a:p>
          <a:p>
            <a:pPr lvl="3"/>
            <a:r>
              <a:rPr lang="sl-SI" dirty="0"/>
              <a:t>Četrta raven</a:t>
            </a:r>
          </a:p>
          <a:p>
            <a:pPr lvl="4"/>
            <a:r>
              <a:rPr lang="sl-SI" dirty="0"/>
              <a:t>Peta raven</a:t>
            </a:r>
          </a:p>
        </p:txBody>
      </p:sp>
    </p:spTree>
    <p:extLst>
      <p:ext uri="{BB962C8B-B14F-4D97-AF65-F5344CB8AC3E}">
        <p14:creationId xmlns:p14="http://schemas.microsoft.com/office/powerpoint/2010/main" val="2071472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 in vsebin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avokotnik 9">
            <a:extLst>
              <a:ext uri="{FF2B5EF4-FFF2-40B4-BE49-F238E27FC236}">
                <a16:creationId xmlns:a16="http://schemas.microsoft.com/office/drawing/2014/main" id="{B8D23A18-F342-B87D-091E-AD55FD88C1B6}"/>
              </a:ext>
            </a:extLst>
          </p:cNvPr>
          <p:cNvSpPr/>
          <p:nvPr userDrawn="1"/>
        </p:nvSpPr>
        <p:spPr>
          <a:xfrm rot="2174665">
            <a:off x="-727560" y="-2058658"/>
            <a:ext cx="4669690" cy="7631314"/>
          </a:xfrm>
          <a:custGeom>
            <a:avLst/>
            <a:gdLst>
              <a:gd name="connsiteX0" fmla="*/ 0 w 3747008"/>
              <a:gd name="connsiteY0" fmla="*/ 0 h 5777944"/>
              <a:gd name="connsiteX1" fmla="*/ 3747008 w 3747008"/>
              <a:gd name="connsiteY1" fmla="*/ 0 h 5777944"/>
              <a:gd name="connsiteX2" fmla="*/ 3747008 w 3747008"/>
              <a:gd name="connsiteY2" fmla="*/ 5777944 h 5777944"/>
              <a:gd name="connsiteX3" fmla="*/ 0 w 3747008"/>
              <a:gd name="connsiteY3" fmla="*/ 5777944 h 5777944"/>
              <a:gd name="connsiteX4" fmla="*/ 0 w 3747008"/>
              <a:gd name="connsiteY4" fmla="*/ 0 h 5777944"/>
              <a:gd name="connsiteX0" fmla="*/ 0 w 4583667"/>
              <a:gd name="connsiteY0" fmla="*/ 1715629 h 5777944"/>
              <a:gd name="connsiteX1" fmla="*/ 4583667 w 4583667"/>
              <a:gd name="connsiteY1" fmla="*/ 0 h 5777944"/>
              <a:gd name="connsiteX2" fmla="*/ 4583667 w 4583667"/>
              <a:gd name="connsiteY2" fmla="*/ 5777944 h 5777944"/>
              <a:gd name="connsiteX3" fmla="*/ 836659 w 4583667"/>
              <a:gd name="connsiteY3" fmla="*/ 5777944 h 5777944"/>
              <a:gd name="connsiteX4" fmla="*/ 0 w 4583667"/>
              <a:gd name="connsiteY4" fmla="*/ 1715629 h 5777944"/>
              <a:gd name="connsiteX0" fmla="*/ 0 w 4593450"/>
              <a:gd name="connsiteY0" fmla="*/ 3077044 h 7139359"/>
              <a:gd name="connsiteX1" fmla="*/ 4593450 w 4593450"/>
              <a:gd name="connsiteY1" fmla="*/ 0 h 7139359"/>
              <a:gd name="connsiteX2" fmla="*/ 4583667 w 4593450"/>
              <a:gd name="connsiteY2" fmla="*/ 7139359 h 7139359"/>
              <a:gd name="connsiteX3" fmla="*/ 836659 w 4593450"/>
              <a:gd name="connsiteY3" fmla="*/ 7139359 h 7139359"/>
              <a:gd name="connsiteX4" fmla="*/ 0 w 4593450"/>
              <a:gd name="connsiteY4" fmla="*/ 3077044 h 7139359"/>
              <a:gd name="connsiteX0" fmla="*/ 0 w 4593450"/>
              <a:gd name="connsiteY0" fmla="*/ 3077044 h 7348642"/>
              <a:gd name="connsiteX1" fmla="*/ 4593450 w 4593450"/>
              <a:gd name="connsiteY1" fmla="*/ 0 h 7348642"/>
              <a:gd name="connsiteX2" fmla="*/ 4583667 w 4593450"/>
              <a:gd name="connsiteY2" fmla="*/ 7139359 h 7348642"/>
              <a:gd name="connsiteX3" fmla="*/ 3021445 w 4593450"/>
              <a:gd name="connsiteY3" fmla="*/ 7348642 h 7348642"/>
              <a:gd name="connsiteX4" fmla="*/ 0 w 4593450"/>
              <a:gd name="connsiteY4" fmla="*/ 3077044 h 7348642"/>
              <a:gd name="connsiteX0" fmla="*/ 0 w 4658987"/>
              <a:gd name="connsiteY0" fmla="*/ 3030606 h 7348642"/>
              <a:gd name="connsiteX1" fmla="*/ 4658987 w 4658987"/>
              <a:gd name="connsiteY1" fmla="*/ 0 h 7348642"/>
              <a:gd name="connsiteX2" fmla="*/ 4649204 w 4658987"/>
              <a:gd name="connsiteY2" fmla="*/ 7139359 h 7348642"/>
              <a:gd name="connsiteX3" fmla="*/ 3086982 w 4658987"/>
              <a:gd name="connsiteY3" fmla="*/ 7348642 h 7348642"/>
              <a:gd name="connsiteX4" fmla="*/ 0 w 4658987"/>
              <a:gd name="connsiteY4" fmla="*/ 3030606 h 7348642"/>
              <a:gd name="connsiteX0" fmla="*/ 0 w 4679473"/>
              <a:gd name="connsiteY0" fmla="*/ 3045623 h 7348642"/>
              <a:gd name="connsiteX1" fmla="*/ 4679473 w 4679473"/>
              <a:gd name="connsiteY1" fmla="*/ 0 h 7348642"/>
              <a:gd name="connsiteX2" fmla="*/ 4669690 w 4679473"/>
              <a:gd name="connsiteY2" fmla="*/ 7139359 h 7348642"/>
              <a:gd name="connsiteX3" fmla="*/ 3107468 w 4679473"/>
              <a:gd name="connsiteY3" fmla="*/ 7348642 h 7348642"/>
              <a:gd name="connsiteX4" fmla="*/ 0 w 4679473"/>
              <a:gd name="connsiteY4" fmla="*/ 3045623 h 7348642"/>
              <a:gd name="connsiteX0" fmla="*/ 0 w 4669690"/>
              <a:gd name="connsiteY0" fmla="*/ 3328295 h 7631314"/>
              <a:gd name="connsiteX1" fmla="*/ 4613975 w 4669690"/>
              <a:gd name="connsiteY1" fmla="*/ 0 h 7631314"/>
              <a:gd name="connsiteX2" fmla="*/ 4669690 w 4669690"/>
              <a:gd name="connsiteY2" fmla="*/ 7422031 h 7631314"/>
              <a:gd name="connsiteX3" fmla="*/ 3107468 w 4669690"/>
              <a:gd name="connsiteY3" fmla="*/ 7631314 h 7631314"/>
              <a:gd name="connsiteX4" fmla="*/ 0 w 4669690"/>
              <a:gd name="connsiteY4" fmla="*/ 3328295 h 7631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9690" h="7631314">
                <a:moveTo>
                  <a:pt x="0" y="3328295"/>
                </a:moveTo>
                <a:lnTo>
                  <a:pt x="4613975" y="0"/>
                </a:lnTo>
                <a:lnTo>
                  <a:pt x="4669690" y="7422031"/>
                </a:lnTo>
                <a:lnTo>
                  <a:pt x="3107468" y="7631314"/>
                </a:lnTo>
                <a:lnTo>
                  <a:pt x="0" y="3328295"/>
                </a:lnTo>
                <a:close/>
              </a:path>
            </a:pathLst>
          </a:custGeom>
          <a:gradFill>
            <a:gsLst>
              <a:gs pos="21000">
                <a:schemeClr val="tx1"/>
              </a:gs>
              <a:gs pos="100000">
                <a:schemeClr val="bg2">
                  <a:lumMod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9" name="Pravokotnik 8">
            <a:extLst>
              <a:ext uri="{FF2B5EF4-FFF2-40B4-BE49-F238E27FC236}">
                <a16:creationId xmlns:a16="http://schemas.microsoft.com/office/drawing/2014/main" id="{1C1A6632-3ED8-8A06-ABFB-F98FC94DE389}"/>
              </a:ext>
            </a:extLst>
          </p:cNvPr>
          <p:cNvSpPr/>
          <p:nvPr userDrawn="1"/>
        </p:nvSpPr>
        <p:spPr>
          <a:xfrm rot="19012206">
            <a:off x="5376425" y="-3473420"/>
            <a:ext cx="7185332" cy="10216867"/>
          </a:xfrm>
          <a:custGeom>
            <a:avLst/>
            <a:gdLst>
              <a:gd name="connsiteX0" fmla="*/ 0 w 5265734"/>
              <a:gd name="connsiteY0" fmla="*/ 0 h 9148003"/>
              <a:gd name="connsiteX1" fmla="*/ 5265734 w 5265734"/>
              <a:gd name="connsiteY1" fmla="*/ 0 h 9148003"/>
              <a:gd name="connsiteX2" fmla="*/ 5265734 w 5265734"/>
              <a:gd name="connsiteY2" fmla="*/ 9148003 h 9148003"/>
              <a:gd name="connsiteX3" fmla="*/ 0 w 5265734"/>
              <a:gd name="connsiteY3" fmla="*/ 9148003 h 9148003"/>
              <a:gd name="connsiteX4" fmla="*/ 0 w 5265734"/>
              <a:gd name="connsiteY4" fmla="*/ 0 h 9148003"/>
              <a:gd name="connsiteX0" fmla="*/ 0 w 7014328"/>
              <a:gd name="connsiteY0" fmla="*/ 0 h 9148003"/>
              <a:gd name="connsiteX1" fmla="*/ 7014328 w 7014328"/>
              <a:gd name="connsiteY1" fmla="*/ 5396827 h 9148003"/>
              <a:gd name="connsiteX2" fmla="*/ 5265734 w 7014328"/>
              <a:gd name="connsiteY2" fmla="*/ 9148003 h 9148003"/>
              <a:gd name="connsiteX3" fmla="*/ 0 w 7014328"/>
              <a:gd name="connsiteY3" fmla="*/ 9148003 h 9148003"/>
              <a:gd name="connsiteX4" fmla="*/ 0 w 7014328"/>
              <a:gd name="connsiteY4" fmla="*/ 0 h 9148003"/>
              <a:gd name="connsiteX0" fmla="*/ 678510 w 7014328"/>
              <a:gd name="connsiteY0" fmla="*/ 0 h 9556514"/>
              <a:gd name="connsiteX1" fmla="*/ 7014328 w 7014328"/>
              <a:gd name="connsiteY1" fmla="*/ 5805338 h 9556514"/>
              <a:gd name="connsiteX2" fmla="*/ 5265734 w 7014328"/>
              <a:gd name="connsiteY2" fmla="*/ 9556514 h 9556514"/>
              <a:gd name="connsiteX3" fmla="*/ 0 w 7014328"/>
              <a:gd name="connsiteY3" fmla="*/ 9556514 h 9556514"/>
              <a:gd name="connsiteX4" fmla="*/ 678510 w 7014328"/>
              <a:gd name="connsiteY4" fmla="*/ 0 h 9556514"/>
              <a:gd name="connsiteX0" fmla="*/ 678510 w 6980771"/>
              <a:gd name="connsiteY0" fmla="*/ 0 h 9556514"/>
              <a:gd name="connsiteX1" fmla="*/ 6980771 w 6980771"/>
              <a:gd name="connsiteY1" fmla="*/ 5878314 h 9556514"/>
              <a:gd name="connsiteX2" fmla="*/ 5265734 w 6980771"/>
              <a:gd name="connsiteY2" fmla="*/ 9556514 h 9556514"/>
              <a:gd name="connsiteX3" fmla="*/ 0 w 6980771"/>
              <a:gd name="connsiteY3" fmla="*/ 9556514 h 9556514"/>
              <a:gd name="connsiteX4" fmla="*/ 678510 w 6980771"/>
              <a:gd name="connsiteY4" fmla="*/ 0 h 9556514"/>
              <a:gd name="connsiteX0" fmla="*/ 678510 w 6980771"/>
              <a:gd name="connsiteY0" fmla="*/ 0 h 10095221"/>
              <a:gd name="connsiteX1" fmla="*/ 6980771 w 6980771"/>
              <a:gd name="connsiteY1" fmla="*/ 5878314 h 10095221"/>
              <a:gd name="connsiteX2" fmla="*/ 3351539 w 6980771"/>
              <a:gd name="connsiteY2" fmla="*/ 10095221 h 10095221"/>
              <a:gd name="connsiteX3" fmla="*/ 0 w 6980771"/>
              <a:gd name="connsiteY3" fmla="*/ 9556514 h 10095221"/>
              <a:gd name="connsiteX4" fmla="*/ 678510 w 6980771"/>
              <a:gd name="connsiteY4" fmla="*/ 0 h 10095221"/>
              <a:gd name="connsiteX0" fmla="*/ 678510 w 7101848"/>
              <a:gd name="connsiteY0" fmla="*/ 0 h 10095221"/>
              <a:gd name="connsiteX1" fmla="*/ 7101848 w 7101848"/>
              <a:gd name="connsiteY1" fmla="*/ 6009136 h 10095221"/>
              <a:gd name="connsiteX2" fmla="*/ 3351539 w 7101848"/>
              <a:gd name="connsiteY2" fmla="*/ 10095221 h 10095221"/>
              <a:gd name="connsiteX3" fmla="*/ 0 w 7101848"/>
              <a:gd name="connsiteY3" fmla="*/ 9556514 h 10095221"/>
              <a:gd name="connsiteX4" fmla="*/ 678510 w 7101848"/>
              <a:gd name="connsiteY4" fmla="*/ 0 h 10095221"/>
              <a:gd name="connsiteX0" fmla="*/ 584980 w 7008318"/>
              <a:gd name="connsiteY0" fmla="*/ 0 h 10095221"/>
              <a:gd name="connsiteX1" fmla="*/ 7008318 w 7008318"/>
              <a:gd name="connsiteY1" fmla="*/ 6009136 h 10095221"/>
              <a:gd name="connsiteX2" fmla="*/ 3258009 w 7008318"/>
              <a:gd name="connsiteY2" fmla="*/ 10095221 h 10095221"/>
              <a:gd name="connsiteX3" fmla="*/ 0 w 7008318"/>
              <a:gd name="connsiteY3" fmla="*/ 8843642 h 10095221"/>
              <a:gd name="connsiteX4" fmla="*/ 584980 w 7008318"/>
              <a:gd name="connsiteY4" fmla="*/ 0 h 10095221"/>
              <a:gd name="connsiteX0" fmla="*/ 584980 w 7092484"/>
              <a:gd name="connsiteY0" fmla="*/ 0 h 10095221"/>
              <a:gd name="connsiteX1" fmla="*/ 7092484 w 7092484"/>
              <a:gd name="connsiteY1" fmla="*/ 6065201 h 10095221"/>
              <a:gd name="connsiteX2" fmla="*/ 3258009 w 7092484"/>
              <a:gd name="connsiteY2" fmla="*/ 10095221 h 10095221"/>
              <a:gd name="connsiteX3" fmla="*/ 0 w 7092484"/>
              <a:gd name="connsiteY3" fmla="*/ 8843642 h 10095221"/>
              <a:gd name="connsiteX4" fmla="*/ 584980 w 7092484"/>
              <a:gd name="connsiteY4" fmla="*/ 0 h 10095221"/>
              <a:gd name="connsiteX0" fmla="*/ 584980 w 7092484"/>
              <a:gd name="connsiteY0" fmla="*/ 0 h 10139919"/>
              <a:gd name="connsiteX1" fmla="*/ 7092484 w 7092484"/>
              <a:gd name="connsiteY1" fmla="*/ 6065201 h 10139919"/>
              <a:gd name="connsiteX2" fmla="*/ 3330042 w 7092484"/>
              <a:gd name="connsiteY2" fmla="*/ 10139919 h 10139919"/>
              <a:gd name="connsiteX3" fmla="*/ 0 w 7092484"/>
              <a:gd name="connsiteY3" fmla="*/ 8843642 h 10139919"/>
              <a:gd name="connsiteX4" fmla="*/ 584980 w 7092484"/>
              <a:gd name="connsiteY4" fmla="*/ 0 h 10139919"/>
              <a:gd name="connsiteX0" fmla="*/ 584980 w 7162983"/>
              <a:gd name="connsiteY0" fmla="*/ 0 h 10139919"/>
              <a:gd name="connsiteX1" fmla="*/ 7162983 w 7162983"/>
              <a:gd name="connsiteY1" fmla="*/ 6062900 h 10139919"/>
              <a:gd name="connsiteX2" fmla="*/ 3330042 w 7162983"/>
              <a:gd name="connsiteY2" fmla="*/ 10139919 h 10139919"/>
              <a:gd name="connsiteX3" fmla="*/ 0 w 7162983"/>
              <a:gd name="connsiteY3" fmla="*/ 8843642 h 10139919"/>
              <a:gd name="connsiteX4" fmla="*/ 584980 w 7162983"/>
              <a:gd name="connsiteY4" fmla="*/ 0 h 10139919"/>
              <a:gd name="connsiteX0" fmla="*/ 600111 w 7162983"/>
              <a:gd name="connsiteY0" fmla="*/ 0 h 10216867"/>
              <a:gd name="connsiteX1" fmla="*/ 7162983 w 7162983"/>
              <a:gd name="connsiteY1" fmla="*/ 6139848 h 10216867"/>
              <a:gd name="connsiteX2" fmla="*/ 3330042 w 7162983"/>
              <a:gd name="connsiteY2" fmla="*/ 10216867 h 10216867"/>
              <a:gd name="connsiteX3" fmla="*/ 0 w 7162983"/>
              <a:gd name="connsiteY3" fmla="*/ 8920590 h 10216867"/>
              <a:gd name="connsiteX4" fmla="*/ 600111 w 7162983"/>
              <a:gd name="connsiteY4" fmla="*/ 0 h 10216867"/>
              <a:gd name="connsiteX0" fmla="*/ 600111 w 7185332"/>
              <a:gd name="connsiteY0" fmla="*/ 0 h 10216867"/>
              <a:gd name="connsiteX1" fmla="*/ 7185332 w 7185332"/>
              <a:gd name="connsiteY1" fmla="*/ 6103831 h 10216867"/>
              <a:gd name="connsiteX2" fmla="*/ 3330042 w 7185332"/>
              <a:gd name="connsiteY2" fmla="*/ 10216867 h 10216867"/>
              <a:gd name="connsiteX3" fmla="*/ 0 w 7185332"/>
              <a:gd name="connsiteY3" fmla="*/ 8920590 h 10216867"/>
              <a:gd name="connsiteX4" fmla="*/ 600111 w 7185332"/>
              <a:gd name="connsiteY4" fmla="*/ 0 h 10216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85332" h="10216867">
                <a:moveTo>
                  <a:pt x="600111" y="0"/>
                </a:moveTo>
                <a:lnTo>
                  <a:pt x="7185332" y="6103831"/>
                </a:lnTo>
                <a:lnTo>
                  <a:pt x="3330042" y="10216867"/>
                </a:lnTo>
                <a:lnTo>
                  <a:pt x="0" y="8920590"/>
                </a:lnTo>
                <a:lnTo>
                  <a:pt x="600111" y="0"/>
                </a:lnTo>
                <a:close/>
              </a:path>
            </a:pathLst>
          </a:custGeom>
          <a:gradFill>
            <a:gsLst>
              <a:gs pos="86000">
                <a:schemeClr val="tx1"/>
              </a:gs>
              <a:gs pos="25000">
                <a:schemeClr val="bg2">
                  <a:lumMod val="25000"/>
                </a:schemeClr>
              </a:gs>
            </a:gsLst>
            <a:lin ang="5400000" scaled="1"/>
          </a:gradFill>
          <a:ln w="25400">
            <a:gradFill>
              <a:gsLst>
                <a:gs pos="0">
                  <a:srgbClr val="FFFF00"/>
                </a:gs>
                <a:gs pos="44000">
                  <a:srgbClr val="0070C0"/>
                </a:gs>
                <a:gs pos="63000">
                  <a:schemeClr val="accent4">
                    <a:alpha val="9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5" name="Pravokotni trikotnik 4">
            <a:extLst>
              <a:ext uri="{FF2B5EF4-FFF2-40B4-BE49-F238E27FC236}">
                <a16:creationId xmlns:a16="http://schemas.microsoft.com/office/drawing/2014/main" id="{6D2BCF19-AA56-DD65-5B1D-88D76CCDE22B}"/>
              </a:ext>
            </a:extLst>
          </p:cNvPr>
          <p:cNvSpPr/>
          <p:nvPr userDrawn="1"/>
        </p:nvSpPr>
        <p:spPr>
          <a:xfrm rot="16200000" flipH="1" flipV="1">
            <a:off x="3066016" y="-3066014"/>
            <a:ext cx="1665771" cy="7797802"/>
          </a:xfrm>
          <a:prstGeom prst="rtTriangle">
            <a:avLst/>
          </a:prstGeom>
          <a:gradFill>
            <a:gsLst>
              <a:gs pos="100000">
                <a:schemeClr val="tx1">
                  <a:lumMod val="65000"/>
                  <a:lumOff val="35000"/>
                </a:schemeClr>
              </a:gs>
              <a:gs pos="36000">
                <a:schemeClr val="bg2">
                  <a:lumMod val="25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6" name="Pravokotni trikotnik 5">
            <a:extLst>
              <a:ext uri="{FF2B5EF4-FFF2-40B4-BE49-F238E27FC236}">
                <a16:creationId xmlns:a16="http://schemas.microsoft.com/office/drawing/2014/main" id="{35241326-340B-E8B0-B99A-4EA85033F504}"/>
              </a:ext>
            </a:extLst>
          </p:cNvPr>
          <p:cNvSpPr/>
          <p:nvPr userDrawn="1"/>
        </p:nvSpPr>
        <p:spPr>
          <a:xfrm rot="16200000" flipH="1">
            <a:off x="8616951" y="768350"/>
            <a:ext cx="4445000" cy="2781300"/>
          </a:xfrm>
          <a:prstGeom prst="rtTriangle">
            <a:avLst/>
          </a:prstGeom>
          <a:gradFill flip="none" rotWithShape="1">
            <a:gsLst>
              <a:gs pos="98000">
                <a:schemeClr val="tx1">
                  <a:lumMod val="75000"/>
                  <a:lumOff val="25000"/>
                </a:schemeClr>
              </a:gs>
              <a:gs pos="4000">
                <a:schemeClr val="bg2">
                  <a:lumMod val="50000"/>
                </a:schemeClr>
              </a:gs>
            </a:gsLst>
            <a:path path="rect">
              <a:fillToRect l="100000" t="100000"/>
            </a:path>
            <a:tileRect r="-100000" b="-100000"/>
          </a:gradFill>
          <a:ln w="25400">
            <a:gradFill>
              <a:gsLst>
                <a:gs pos="43000">
                  <a:srgbClr val="FFFF00"/>
                </a:gs>
                <a:gs pos="66000">
                  <a:schemeClr val="accent1">
                    <a:lumMod val="45000"/>
                    <a:lumOff val="55000"/>
                  </a:schemeClr>
                </a:gs>
                <a:gs pos="80000">
                  <a:schemeClr val="accent1">
                    <a:lumMod val="45000"/>
                    <a:lumOff val="55000"/>
                  </a:schemeClr>
                </a:gs>
                <a:gs pos="94000">
                  <a:schemeClr val="accent4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7" name="Pravokotni trikotnik 6">
            <a:extLst>
              <a:ext uri="{FF2B5EF4-FFF2-40B4-BE49-F238E27FC236}">
                <a16:creationId xmlns:a16="http://schemas.microsoft.com/office/drawing/2014/main" id="{7298E33A-72D2-7D7D-9400-30BC12EAF8B5}"/>
              </a:ext>
            </a:extLst>
          </p:cNvPr>
          <p:cNvSpPr/>
          <p:nvPr userDrawn="1"/>
        </p:nvSpPr>
        <p:spPr>
          <a:xfrm rot="10800000" flipV="1">
            <a:off x="5054600" y="4775200"/>
            <a:ext cx="7175501" cy="2127271"/>
          </a:xfrm>
          <a:prstGeom prst="rtTriangle">
            <a:avLst/>
          </a:prstGeom>
          <a:gradFill flip="none" rotWithShape="1">
            <a:gsLst>
              <a:gs pos="6000">
                <a:schemeClr val="tx1">
                  <a:lumMod val="95000"/>
                  <a:lumOff val="5000"/>
                </a:schemeClr>
              </a:gs>
              <a:gs pos="88000">
                <a:schemeClr val="tx1">
                  <a:lumMod val="75000"/>
                  <a:lumOff val="25000"/>
                </a:schemeClr>
              </a:gs>
            </a:gsLst>
            <a:lin ang="2700000" scaled="1"/>
            <a:tileRect/>
          </a:gradFill>
          <a:ln w="25400">
            <a:gradFill flip="none" rotWithShape="1">
              <a:gsLst>
                <a:gs pos="43000">
                  <a:srgbClr val="FFFF00"/>
                </a:gs>
                <a:gs pos="66000">
                  <a:schemeClr val="accent1">
                    <a:lumMod val="45000"/>
                    <a:lumOff val="55000"/>
                  </a:schemeClr>
                </a:gs>
                <a:gs pos="80000">
                  <a:schemeClr val="accent1">
                    <a:lumMod val="45000"/>
                    <a:lumOff val="55000"/>
                  </a:schemeClr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8" name="Pravokotni trikotnik 7">
            <a:extLst>
              <a:ext uri="{FF2B5EF4-FFF2-40B4-BE49-F238E27FC236}">
                <a16:creationId xmlns:a16="http://schemas.microsoft.com/office/drawing/2014/main" id="{3DE9CA03-B64D-CE8D-03DA-AE54E7824FF4}"/>
              </a:ext>
            </a:extLst>
          </p:cNvPr>
          <p:cNvSpPr/>
          <p:nvPr userDrawn="1"/>
        </p:nvSpPr>
        <p:spPr>
          <a:xfrm rot="16200000" flipV="1">
            <a:off x="-1449470" y="3621170"/>
            <a:ext cx="4676940" cy="1905000"/>
          </a:xfrm>
          <a:prstGeom prst="rtTriangle">
            <a:avLst/>
          </a:prstGeom>
          <a:gradFill>
            <a:gsLst>
              <a:gs pos="78000">
                <a:schemeClr val="tx1">
                  <a:lumMod val="75000"/>
                  <a:lumOff val="25000"/>
                </a:schemeClr>
              </a:gs>
              <a:gs pos="11000">
                <a:schemeClr val="tx1">
                  <a:lumMod val="65000"/>
                  <a:lumOff val="35000"/>
                </a:schemeClr>
              </a:gs>
            </a:gsLst>
            <a:lin ang="5400000" scaled="1"/>
          </a:gradFill>
          <a:ln w="44450">
            <a:gradFill>
              <a:gsLst>
                <a:gs pos="6000">
                  <a:srgbClr val="FFFF00"/>
                </a:gs>
                <a:gs pos="35000">
                  <a:srgbClr val="0070C0"/>
                </a:gs>
                <a:gs pos="84000">
                  <a:schemeClr val="accent4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32946D4B-978B-3F17-B624-4B2DEA79E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633" y="81573"/>
            <a:ext cx="10608733" cy="964141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Caladea" panose="02040503050406030204" pitchFamily="18" charset="-18"/>
                <a:cs typeface="Times New Roman" panose="02020603050405020304" pitchFamily="18" charset="0"/>
              </a:defRPr>
            </a:lvl1pPr>
          </a:lstStyle>
          <a:p>
            <a:r>
              <a:rPr lang="sl-SI" dirty="0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FC3B74F9-329A-476C-CC5F-8E4E6FF15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632" y="1332543"/>
            <a:ext cx="10608733" cy="523229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1pPr>
            <a:lvl2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2pPr>
            <a:lvl3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3pPr>
            <a:lvl4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4pPr>
            <a:lvl5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5pPr>
          </a:lstStyle>
          <a:p>
            <a:pPr lvl="0"/>
            <a:r>
              <a:rPr lang="sl-SI" dirty="0"/>
              <a:t>Kliknite za urejanje slogov besedila matrice</a:t>
            </a:r>
          </a:p>
          <a:p>
            <a:pPr lvl="1"/>
            <a:r>
              <a:rPr lang="sl-SI" dirty="0"/>
              <a:t>Druga raven</a:t>
            </a:r>
          </a:p>
          <a:p>
            <a:pPr lvl="2"/>
            <a:r>
              <a:rPr lang="sl-SI" dirty="0"/>
              <a:t>Tretja raven</a:t>
            </a:r>
          </a:p>
          <a:p>
            <a:pPr lvl="3"/>
            <a:r>
              <a:rPr lang="sl-SI" dirty="0"/>
              <a:t>Četrta raven</a:t>
            </a:r>
          </a:p>
          <a:p>
            <a:pPr lvl="4"/>
            <a:r>
              <a:rPr lang="sl-SI" dirty="0"/>
              <a:t>Peta raven</a:t>
            </a:r>
          </a:p>
        </p:txBody>
      </p:sp>
    </p:spTree>
    <p:extLst>
      <p:ext uri="{BB962C8B-B14F-4D97-AF65-F5344CB8AC3E}">
        <p14:creationId xmlns:p14="http://schemas.microsoft.com/office/powerpoint/2010/main" val="1707499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mo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avokotnik 9">
            <a:extLst>
              <a:ext uri="{FF2B5EF4-FFF2-40B4-BE49-F238E27FC236}">
                <a16:creationId xmlns:a16="http://schemas.microsoft.com/office/drawing/2014/main" id="{B8D23A18-F342-B87D-091E-AD55FD88C1B6}"/>
              </a:ext>
            </a:extLst>
          </p:cNvPr>
          <p:cNvSpPr/>
          <p:nvPr userDrawn="1"/>
        </p:nvSpPr>
        <p:spPr>
          <a:xfrm rot="2174665">
            <a:off x="-727560" y="-2058658"/>
            <a:ext cx="4669690" cy="7631314"/>
          </a:xfrm>
          <a:custGeom>
            <a:avLst/>
            <a:gdLst>
              <a:gd name="connsiteX0" fmla="*/ 0 w 3747008"/>
              <a:gd name="connsiteY0" fmla="*/ 0 h 5777944"/>
              <a:gd name="connsiteX1" fmla="*/ 3747008 w 3747008"/>
              <a:gd name="connsiteY1" fmla="*/ 0 h 5777944"/>
              <a:gd name="connsiteX2" fmla="*/ 3747008 w 3747008"/>
              <a:gd name="connsiteY2" fmla="*/ 5777944 h 5777944"/>
              <a:gd name="connsiteX3" fmla="*/ 0 w 3747008"/>
              <a:gd name="connsiteY3" fmla="*/ 5777944 h 5777944"/>
              <a:gd name="connsiteX4" fmla="*/ 0 w 3747008"/>
              <a:gd name="connsiteY4" fmla="*/ 0 h 5777944"/>
              <a:gd name="connsiteX0" fmla="*/ 0 w 4583667"/>
              <a:gd name="connsiteY0" fmla="*/ 1715629 h 5777944"/>
              <a:gd name="connsiteX1" fmla="*/ 4583667 w 4583667"/>
              <a:gd name="connsiteY1" fmla="*/ 0 h 5777944"/>
              <a:gd name="connsiteX2" fmla="*/ 4583667 w 4583667"/>
              <a:gd name="connsiteY2" fmla="*/ 5777944 h 5777944"/>
              <a:gd name="connsiteX3" fmla="*/ 836659 w 4583667"/>
              <a:gd name="connsiteY3" fmla="*/ 5777944 h 5777944"/>
              <a:gd name="connsiteX4" fmla="*/ 0 w 4583667"/>
              <a:gd name="connsiteY4" fmla="*/ 1715629 h 5777944"/>
              <a:gd name="connsiteX0" fmla="*/ 0 w 4593450"/>
              <a:gd name="connsiteY0" fmla="*/ 3077044 h 7139359"/>
              <a:gd name="connsiteX1" fmla="*/ 4593450 w 4593450"/>
              <a:gd name="connsiteY1" fmla="*/ 0 h 7139359"/>
              <a:gd name="connsiteX2" fmla="*/ 4583667 w 4593450"/>
              <a:gd name="connsiteY2" fmla="*/ 7139359 h 7139359"/>
              <a:gd name="connsiteX3" fmla="*/ 836659 w 4593450"/>
              <a:gd name="connsiteY3" fmla="*/ 7139359 h 7139359"/>
              <a:gd name="connsiteX4" fmla="*/ 0 w 4593450"/>
              <a:gd name="connsiteY4" fmla="*/ 3077044 h 7139359"/>
              <a:gd name="connsiteX0" fmla="*/ 0 w 4593450"/>
              <a:gd name="connsiteY0" fmla="*/ 3077044 h 7348642"/>
              <a:gd name="connsiteX1" fmla="*/ 4593450 w 4593450"/>
              <a:gd name="connsiteY1" fmla="*/ 0 h 7348642"/>
              <a:gd name="connsiteX2" fmla="*/ 4583667 w 4593450"/>
              <a:gd name="connsiteY2" fmla="*/ 7139359 h 7348642"/>
              <a:gd name="connsiteX3" fmla="*/ 3021445 w 4593450"/>
              <a:gd name="connsiteY3" fmla="*/ 7348642 h 7348642"/>
              <a:gd name="connsiteX4" fmla="*/ 0 w 4593450"/>
              <a:gd name="connsiteY4" fmla="*/ 3077044 h 7348642"/>
              <a:gd name="connsiteX0" fmla="*/ 0 w 4658987"/>
              <a:gd name="connsiteY0" fmla="*/ 3030606 h 7348642"/>
              <a:gd name="connsiteX1" fmla="*/ 4658987 w 4658987"/>
              <a:gd name="connsiteY1" fmla="*/ 0 h 7348642"/>
              <a:gd name="connsiteX2" fmla="*/ 4649204 w 4658987"/>
              <a:gd name="connsiteY2" fmla="*/ 7139359 h 7348642"/>
              <a:gd name="connsiteX3" fmla="*/ 3086982 w 4658987"/>
              <a:gd name="connsiteY3" fmla="*/ 7348642 h 7348642"/>
              <a:gd name="connsiteX4" fmla="*/ 0 w 4658987"/>
              <a:gd name="connsiteY4" fmla="*/ 3030606 h 7348642"/>
              <a:gd name="connsiteX0" fmla="*/ 0 w 4679473"/>
              <a:gd name="connsiteY0" fmla="*/ 3045623 h 7348642"/>
              <a:gd name="connsiteX1" fmla="*/ 4679473 w 4679473"/>
              <a:gd name="connsiteY1" fmla="*/ 0 h 7348642"/>
              <a:gd name="connsiteX2" fmla="*/ 4669690 w 4679473"/>
              <a:gd name="connsiteY2" fmla="*/ 7139359 h 7348642"/>
              <a:gd name="connsiteX3" fmla="*/ 3107468 w 4679473"/>
              <a:gd name="connsiteY3" fmla="*/ 7348642 h 7348642"/>
              <a:gd name="connsiteX4" fmla="*/ 0 w 4679473"/>
              <a:gd name="connsiteY4" fmla="*/ 3045623 h 7348642"/>
              <a:gd name="connsiteX0" fmla="*/ 0 w 4669690"/>
              <a:gd name="connsiteY0" fmla="*/ 3328295 h 7631314"/>
              <a:gd name="connsiteX1" fmla="*/ 4613975 w 4669690"/>
              <a:gd name="connsiteY1" fmla="*/ 0 h 7631314"/>
              <a:gd name="connsiteX2" fmla="*/ 4669690 w 4669690"/>
              <a:gd name="connsiteY2" fmla="*/ 7422031 h 7631314"/>
              <a:gd name="connsiteX3" fmla="*/ 3107468 w 4669690"/>
              <a:gd name="connsiteY3" fmla="*/ 7631314 h 7631314"/>
              <a:gd name="connsiteX4" fmla="*/ 0 w 4669690"/>
              <a:gd name="connsiteY4" fmla="*/ 3328295 h 7631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69690" h="7631314">
                <a:moveTo>
                  <a:pt x="0" y="3328295"/>
                </a:moveTo>
                <a:lnTo>
                  <a:pt x="4613975" y="0"/>
                </a:lnTo>
                <a:lnTo>
                  <a:pt x="4669690" y="7422031"/>
                </a:lnTo>
                <a:lnTo>
                  <a:pt x="3107468" y="7631314"/>
                </a:lnTo>
                <a:lnTo>
                  <a:pt x="0" y="3328295"/>
                </a:lnTo>
                <a:close/>
              </a:path>
            </a:pathLst>
          </a:custGeom>
          <a:gradFill>
            <a:gsLst>
              <a:gs pos="21000">
                <a:schemeClr val="tx1"/>
              </a:gs>
              <a:gs pos="100000">
                <a:schemeClr val="bg2">
                  <a:lumMod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9" name="Pravokotnik 8">
            <a:extLst>
              <a:ext uri="{FF2B5EF4-FFF2-40B4-BE49-F238E27FC236}">
                <a16:creationId xmlns:a16="http://schemas.microsoft.com/office/drawing/2014/main" id="{1C1A6632-3ED8-8A06-ABFB-F98FC94DE389}"/>
              </a:ext>
            </a:extLst>
          </p:cNvPr>
          <p:cNvSpPr/>
          <p:nvPr userDrawn="1"/>
        </p:nvSpPr>
        <p:spPr>
          <a:xfrm rot="19012206">
            <a:off x="5376425" y="-3473420"/>
            <a:ext cx="7185332" cy="10216867"/>
          </a:xfrm>
          <a:custGeom>
            <a:avLst/>
            <a:gdLst>
              <a:gd name="connsiteX0" fmla="*/ 0 w 5265734"/>
              <a:gd name="connsiteY0" fmla="*/ 0 h 9148003"/>
              <a:gd name="connsiteX1" fmla="*/ 5265734 w 5265734"/>
              <a:gd name="connsiteY1" fmla="*/ 0 h 9148003"/>
              <a:gd name="connsiteX2" fmla="*/ 5265734 w 5265734"/>
              <a:gd name="connsiteY2" fmla="*/ 9148003 h 9148003"/>
              <a:gd name="connsiteX3" fmla="*/ 0 w 5265734"/>
              <a:gd name="connsiteY3" fmla="*/ 9148003 h 9148003"/>
              <a:gd name="connsiteX4" fmla="*/ 0 w 5265734"/>
              <a:gd name="connsiteY4" fmla="*/ 0 h 9148003"/>
              <a:gd name="connsiteX0" fmla="*/ 0 w 7014328"/>
              <a:gd name="connsiteY0" fmla="*/ 0 h 9148003"/>
              <a:gd name="connsiteX1" fmla="*/ 7014328 w 7014328"/>
              <a:gd name="connsiteY1" fmla="*/ 5396827 h 9148003"/>
              <a:gd name="connsiteX2" fmla="*/ 5265734 w 7014328"/>
              <a:gd name="connsiteY2" fmla="*/ 9148003 h 9148003"/>
              <a:gd name="connsiteX3" fmla="*/ 0 w 7014328"/>
              <a:gd name="connsiteY3" fmla="*/ 9148003 h 9148003"/>
              <a:gd name="connsiteX4" fmla="*/ 0 w 7014328"/>
              <a:gd name="connsiteY4" fmla="*/ 0 h 9148003"/>
              <a:gd name="connsiteX0" fmla="*/ 678510 w 7014328"/>
              <a:gd name="connsiteY0" fmla="*/ 0 h 9556514"/>
              <a:gd name="connsiteX1" fmla="*/ 7014328 w 7014328"/>
              <a:gd name="connsiteY1" fmla="*/ 5805338 h 9556514"/>
              <a:gd name="connsiteX2" fmla="*/ 5265734 w 7014328"/>
              <a:gd name="connsiteY2" fmla="*/ 9556514 h 9556514"/>
              <a:gd name="connsiteX3" fmla="*/ 0 w 7014328"/>
              <a:gd name="connsiteY3" fmla="*/ 9556514 h 9556514"/>
              <a:gd name="connsiteX4" fmla="*/ 678510 w 7014328"/>
              <a:gd name="connsiteY4" fmla="*/ 0 h 9556514"/>
              <a:gd name="connsiteX0" fmla="*/ 678510 w 6980771"/>
              <a:gd name="connsiteY0" fmla="*/ 0 h 9556514"/>
              <a:gd name="connsiteX1" fmla="*/ 6980771 w 6980771"/>
              <a:gd name="connsiteY1" fmla="*/ 5878314 h 9556514"/>
              <a:gd name="connsiteX2" fmla="*/ 5265734 w 6980771"/>
              <a:gd name="connsiteY2" fmla="*/ 9556514 h 9556514"/>
              <a:gd name="connsiteX3" fmla="*/ 0 w 6980771"/>
              <a:gd name="connsiteY3" fmla="*/ 9556514 h 9556514"/>
              <a:gd name="connsiteX4" fmla="*/ 678510 w 6980771"/>
              <a:gd name="connsiteY4" fmla="*/ 0 h 9556514"/>
              <a:gd name="connsiteX0" fmla="*/ 678510 w 6980771"/>
              <a:gd name="connsiteY0" fmla="*/ 0 h 10095221"/>
              <a:gd name="connsiteX1" fmla="*/ 6980771 w 6980771"/>
              <a:gd name="connsiteY1" fmla="*/ 5878314 h 10095221"/>
              <a:gd name="connsiteX2" fmla="*/ 3351539 w 6980771"/>
              <a:gd name="connsiteY2" fmla="*/ 10095221 h 10095221"/>
              <a:gd name="connsiteX3" fmla="*/ 0 w 6980771"/>
              <a:gd name="connsiteY3" fmla="*/ 9556514 h 10095221"/>
              <a:gd name="connsiteX4" fmla="*/ 678510 w 6980771"/>
              <a:gd name="connsiteY4" fmla="*/ 0 h 10095221"/>
              <a:gd name="connsiteX0" fmla="*/ 678510 w 7101848"/>
              <a:gd name="connsiteY0" fmla="*/ 0 h 10095221"/>
              <a:gd name="connsiteX1" fmla="*/ 7101848 w 7101848"/>
              <a:gd name="connsiteY1" fmla="*/ 6009136 h 10095221"/>
              <a:gd name="connsiteX2" fmla="*/ 3351539 w 7101848"/>
              <a:gd name="connsiteY2" fmla="*/ 10095221 h 10095221"/>
              <a:gd name="connsiteX3" fmla="*/ 0 w 7101848"/>
              <a:gd name="connsiteY3" fmla="*/ 9556514 h 10095221"/>
              <a:gd name="connsiteX4" fmla="*/ 678510 w 7101848"/>
              <a:gd name="connsiteY4" fmla="*/ 0 h 10095221"/>
              <a:gd name="connsiteX0" fmla="*/ 584980 w 7008318"/>
              <a:gd name="connsiteY0" fmla="*/ 0 h 10095221"/>
              <a:gd name="connsiteX1" fmla="*/ 7008318 w 7008318"/>
              <a:gd name="connsiteY1" fmla="*/ 6009136 h 10095221"/>
              <a:gd name="connsiteX2" fmla="*/ 3258009 w 7008318"/>
              <a:gd name="connsiteY2" fmla="*/ 10095221 h 10095221"/>
              <a:gd name="connsiteX3" fmla="*/ 0 w 7008318"/>
              <a:gd name="connsiteY3" fmla="*/ 8843642 h 10095221"/>
              <a:gd name="connsiteX4" fmla="*/ 584980 w 7008318"/>
              <a:gd name="connsiteY4" fmla="*/ 0 h 10095221"/>
              <a:gd name="connsiteX0" fmla="*/ 584980 w 7092484"/>
              <a:gd name="connsiteY0" fmla="*/ 0 h 10095221"/>
              <a:gd name="connsiteX1" fmla="*/ 7092484 w 7092484"/>
              <a:gd name="connsiteY1" fmla="*/ 6065201 h 10095221"/>
              <a:gd name="connsiteX2" fmla="*/ 3258009 w 7092484"/>
              <a:gd name="connsiteY2" fmla="*/ 10095221 h 10095221"/>
              <a:gd name="connsiteX3" fmla="*/ 0 w 7092484"/>
              <a:gd name="connsiteY3" fmla="*/ 8843642 h 10095221"/>
              <a:gd name="connsiteX4" fmla="*/ 584980 w 7092484"/>
              <a:gd name="connsiteY4" fmla="*/ 0 h 10095221"/>
              <a:gd name="connsiteX0" fmla="*/ 584980 w 7092484"/>
              <a:gd name="connsiteY0" fmla="*/ 0 h 10139919"/>
              <a:gd name="connsiteX1" fmla="*/ 7092484 w 7092484"/>
              <a:gd name="connsiteY1" fmla="*/ 6065201 h 10139919"/>
              <a:gd name="connsiteX2" fmla="*/ 3330042 w 7092484"/>
              <a:gd name="connsiteY2" fmla="*/ 10139919 h 10139919"/>
              <a:gd name="connsiteX3" fmla="*/ 0 w 7092484"/>
              <a:gd name="connsiteY3" fmla="*/ 8843642 h 10139919"/>
              <a:gd name="connsiteX4" fmla="*/ 584980 w 7092484"/>
              <a:gd name="connsiteY4" fmla="*/ 0 h 10139919"/>
              <a:gd name="connsiteX0" fmla="*/ 584980 w 7162983"/>
              <a:gd name="connsiteY0" fmla="*/ 0 h 10139919"/>
              <a:gd name="connsiteX1" fmla="*/ 7162983 w 7162983"/>
              <a:gd name="connsiteY1" fmla="*/ 6062900 h 10139919"/>
              <a:gd name="connsiteX2" fmla="*/ 3330042 w 7162983"/>
              <a:gd name="connsiteY2" fmla="*/ 10139919 h 10139919"/>
              <a:gd name="connsiteX3" fmla="*/ 0 w 7162983"/>
              <a:gd name="connsiteY3" fmla="*/ 8843642 h 10139919"/>
              <a:gd name="connsiteX4" fmla="*/ 584980 w 7162983"/>
              <a:gd name="connsiteY4" fmla="*/ 0 h 10139919"/>
              <a:gd name="connsiteX0" fmla="*/ 600111 w 7162983"/>
              <a:gd name="connsiteY0" fmla="*/ 0 h 10216867"/>
              <a:gd name="connsiteX1" fmla="*/ 7162983 w 7162983"/>
              <a:gd name="connsiteY1" fmla="*/ 6139848 h 10216867"/>
              <a:gd name="connsiteX2" fmla="*/ 3330042 w 7162983"/>
              <a:gd name="connsiteY2" fmla="*/ 10216867 h 10216867"/>
              <a:gd name="connsiteX3" fmla="*/ 0 w 7162983"/>
              <a:gd name="connsiteY3" fmla="*/ 8920590 h 10216867"/>
              <a:gd name="connsiteX4" fmla="*/ 600111 w 7162983"/>
              <a:gd name="connsiteY4" fmla="*/ 0 h 10216867"/>
              <a:gd name="connsiteX0" fmla="*/ 600111 w 7185332"/>
              <a:gd name="connsiteY0" fmla="*/ 0 h 10216867"/>
              <a:gd name="connsiteX1" fmla="*/ 7185332 w 7185332"/>
              <a:gd name="connsiteY1" fmla="*/ 6103831 h 10216867"/>
              <a:gd name="connsiteX2" fmla="*/ 3330042 w 7185332"/>
              <a:gd name="connsiteY2" fmla="*/ 10216867 h 10216867"/>
              <a:gd name="connsiteX3" fmla="*/ 0 w 7185332"/>
              <a:gd name="connsiteY3" fmla="*/ 8920590 h 10216867"/>
              <a:gd name="connsiteX4" fmla="*/ 600111 w 7185332"/>
              <a:gd name="connsiteY4" fmla="*/ 0 h 10216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85332" h="10216867">
                <a:moveTo>
                  <a:pt x="600111" y="0"/>
                </a:moveTo>
                <a:lnTo>
                  <a:pt x="7185332" y="6103831"/>
                </a:lnTo>
                <a:lnTo>
                  <a:pt x="3330042" y="10216867"/>
                </a:lnTo>
                <a:lnTo>
                  <a:pt x="0" y="8920590"/>
                </a:lnTo>
                <a:lnTo>
                  <a:pt x="600111" y="0"/>
                </a:lnTo>
                <a:close/>
              </a:path>
            </a:pathLst>
          </a:custGeom>
          <a:gradFill>
            <a:gsLst>
              <a:gs pos="86000">
                <a:schemeClr val="tx1"/>
              </a:gs>
              <a:gs pos="25000">
                <a:schemeClr val="bg2">
                  <a:lumMod val="25000"/>
                </a:schemeClr>
              </a:gs>
            </a:gsLst>
            <a:lin ang="5400000" scaled="1"/>
          </a:gradFill>
          <a:ln w="25400">
            <a:gradFill>
              <a:gsLst>
                <a:gs pos="0">
                  <a:srgbClr val="FFFF00"/>
                </a:gs>
                <a:gs pos="44000">
                  <a:srgbClr val="0070C0"/>
                </a:gs>
                <a:gs pos="63000">
                  <a:schemeClr val="accent4">
                    <a:alpha val="95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5" name="Pravokotni trikotnik 4">
            <a:extLst>
              <a:ext uri="{FF2B5EF4-FFF2-40B4-BE49-F238E27FC236}">
                <a16:creationId xmlns:a16="http://schemas.microsoft.com/office/drawing/2014/main" id="{6D2BCF19-AA56-DD65-5B1D-88D76CCDE22B}"/>
              </a:ext>
            </a:extLst>
          </p:cNvPr>
          <p:cNvSpPr/>
          <p:nvPr userDrawn="1"/>
        </p:nvSpPr>
        <p:spPr>
          <a:xfrm rot="16200000" flipH="1" flipV="1">
            <a:off x="3066016" y="-3066014"/>
            <a:ext cx="1665771" cy="7797802"/>
          </a:xfrm>
          <a:prstGeom prst="rtTriangle">
            <a:avLst/>
          </a:prstGeom>
          <a:gradFill>
            <a:gsLst>
              <a:gs pos="100000">
                <a:schemeClr val="tx1">
                  <a:lumMod val="65000"/>
                  <a:lumOff val="35000"/>
                </a:schemeClr>
              </a:gs>
              <a:gs pos="36000">
                <a:schemeClr val="bg2">
                  <a:lumMod val="25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6" name="Pravokotni trikotnik 5">
            <a:extLst>
              <a:ext uri="{FF2B5EF4-FFF2-40B4-BE49-F238E27FC236}">
                <a16:creationId xmlns:a16="http://schemas.microsoft.com/office/drawing/2014/main" id="{35241326-340B-E8B0-B99A-4EA85033F504}"/>
              </a:ext>
            </a:extLst>
          </p:cNvPr>
          <p:cNvSpPr/>
          <p:nvPr userDrawn="1"/>
        </p:nvSpPr>
        <p:spPr>
          <a:xfrm rot="16200000" flipH="1">
            <a:off x="8616951" y="768350"/>
            <a:ext cx="4445000" cy="2781300"/>
          </a:xfrm>
          <a:prstGeom prst="rtTriangle">
            <a:avLst/>
          </a:prstGeom>
          <a:gradFill flip="none" rotWithShape="1">
            <a:gsLst>
              <a:gs pos="98000">
                <a:schemeClr val="tx1">
                  <a:lumMod val="75000"/>
                  <a:lumOff val="25000"/>
                </a:schemeClr>
              </a:gs>
              <a:gs pos="4000">
                <a:schemeClr val="bg2">
                  <a:lumMod val="50000"/>
                </a:schemeClr>
              </a:gs>
            </a:gsLst>
            <a:path path="rect">
              <a:fillToRect l="100000" t="100000"/>
            </a:path>
            <a:tileRect r="-100000" b="-100000"/>
          </a:gradFill>
          <a:ln w="25400">
            <a:gradFill>
              <a:gsLst>
                <a:gs pos="43000">
                  <a:srgbClr val="FFFF00"/>
                </a:gs>
                <a:gs pos="66000">
                  <a:schemeClr val="accent1">
                    <a:lumMod val="45000"/>
                    <a:lumOff val="55000"/>
                  </a:schemeClr>
                </a:gs>
                <a:gs pos="80000">
                  <a:schemeClr val="accent1">
                    <a:lumMod val="45000"/>
                    <a:lumOff val="55000"/>
                  </a:schemeClr>
                </a:gs>
                <a:gs pos="94000">
                  <a:schemeClr val="accent4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7" name="Pravokotni trikotnik 6">
            <a:extLst>
              <a:ext uri="{FF2B5EF4-FFF2-40B4-BE49-F238E27FC236}">
                <a16:creationId xmlns:a16="http://schemas.microsoft.com/office/drawing/2014/main" id="{7298E33A-72D2-7D7D-9400-30BC12EAF8B5}"/>
              </a:ext>
            </a:extLst>
          </p:cNvPr>
          <p:cNvSpPr/>
          <p:nvPr userDrawn="1"/>
        </p:nvSpPr>
        <p:spPr>
          <a:xfrm rot="10800000" flipV="1">
            <a:off x="5054600" y="4775200"/>
            <a:ext cx="7175501" cy="2127271"/>
          </a:xfrm>
          <a:prstGeom prst="rtTriangle">
            <a:avLst/>
          </a:prstGeom>
          <a:gradFill flip="none" rotWithShape="1">
            <a:gsLst>
              <a:gs pos="6000">
                <a:schemeClr val="tx1">
                  <a:lumMod val="95000"/>
                  <a:lumOff val="5000"/>
                </a:schemeClr>
              </a:gs>
              <a:gs pos="88000">
                <a:schemeClr val="tx1">
                  <a:lumMod val="75000"/>
                  <a:lumOff val="25000"/>
                </a:schemeClr>
              </a:gs>
            </a:gsLst>
            <a:lin ang="2700000" scaled="1"/>
            <a:tileRect/>
          </a:gradFill>
          <a:ln w="25400">
            <a:gradFill flip="none" rotWithShape="1">
              <a:gsLst>
                <a:gs pos="43000">
                  <a:srgbClr val="FFFF00"/>
                </a:gs>
                <a:gs pos="66000">
                  <a:schemeClr val="accent1">
                    <a:lumMod val="45000"/>
                    <a:lumOff val="55000"/>
                  </a:schemeClr>
                </a:gs>
                <a:gs pos="80000">
                  <a:schemeClr val="accent1">
                    <a:lumMod val="45000"/>
                    <a:lumOff val="55000"/>
                  </a:schemeClr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8" name="Pravokotni trikotnik 7">
            <a:extLst>
              <a:ext uri="{FF2B5EF4-FFF2-40B4-BE49-F238E27FC236}">
                <a16:creationId xmlns:a16="http://schemas.microsoft.com/office/drawing/2014/main" id="{3DE9CA03-B64D-CE8D-03DA-AE54E7824FF4}"/>
              </a:ext>
            </a:extLst>
          </p:cNvPr>
          <p:cNvSpPr/>
          <p:nvPr userDrawn="1"/>
        </p:nvSpPr>
        <p:spPr>
          <a:xfrm rot="16200000" flipV="1">
            <a:off x="-1449470" y="3621170"/>
            <a:ext cx="4676940" cy="1905000"/>
          </a:xfrm>
          <a:prstGeom prst="rtTriangle">
            <a:avLst/>
          </a:prstGeom>
          <a:gradFill>
            <a:gsLst>
              <a:gs pos="78000">
                <a:schemeClr val="tx1">
                  <a:lumMod val="75000"/>
                  <a:lumOff val="25000"/>
                </a:schemeClr>
              </a:gs>
              <a:gs pos="11000">
                <a:schemeClr val="tx1">
                  <a:lumMod val="65000"/>
                  <a:lumOff val="35000"/>
                </a:schemeClr>
              </a:gs>
            </a:gsLst>
            <a:lin ang="5400000" scaled="1"/>
          </a:gradFill>
          <a:ln w="44450">
            <a:gradFill>
              <a:gsLst>
                <a:gs pos="6000">
                  <a:srgbClr val="FFFF00"/>
                </a:gs>
                <a:gs pos="35000">
                  <a:srgbClr val="0070C0"/>
                </a:gs>
                <a:gs pos="84000">
                  <a:schemeClr val="accent4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FC3B74F9-329A-476C-CC5F-8E4E6FF15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633" y="494772"/>
            <a:ext cx="10608733" cy="592160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1pPr>
            <a:lvl2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2pPr>
            <a:lvl3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3pPr>
            <a:lvl4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4pPr>
            <a:lvl5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5pPr>
          </a:lstStyle>
          <a:p>
            <a:pPr lvl="0"/>
            <a:r>
              <a:rPr lang="sl-SI" dirty="0"/>
              <a:t>Kliknite za urejanje slogov besedila matrice</a:t>
            </a:r>
          </a:p>
          <a:p>
            <a:pPr lvl="1"/>
            <a:r>
              <a:rPr lang="sl-SI" dirty="0"/>
              <a:t>Druga raven</a:t>
            </a:r>
          </a:p>
          <a:p>
            <a:pPr lvl="2"/>
            <a:r>
              <a:rPr lang="sl-SI" dirty="0"/>
              <a:t>Tretja raven</a:t>
            </a:r>
          </a:p>
          <a:p>
            <a:pPr lvl="3"/>
            <a:r>
              <a:rPr lang="sl-SI" dirty="0"/>
              <a:t>Četrta raven</a:t>
            </a:r>
          </a:p>
          <a:p>
            <a:pPr lvl="4"/>
            <a:r>
              <a:rPr lang="sl-SI" dirty="0"/>
              <a:t>Peta raven</a:t>
            </a:r>
          </a:p>
        </p:txBody>
      </p:sp>
    </p:spTree>
    <p:extLst>
      <p:ext uri="{BB962C8B-B14F-4D97-AF65-F5344CB8AC3E}">
        <p14:creationId xmlns:p14="http://schemas.microsoft.com/office/powerpoint/2010/main" val="2808023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 in vsebin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avokotnik 9">
            <a:extLst>
              <a:ext uri="{FF2B5EF4-FFF2-40B4-BE49-F238E27FC236}">
                <a16:creationId xmlns:a16="http://schemas.microsoft.com/office/drawing/2014/main" id="{A25C633E-9449-DB6F-AE13-D1B77B0D246A}"/>
              </a:ext>
            </a:extLst>
          </p:cNvPr>
          <p:cNvSpPr/>
          <p:nvPr userDrawn="1"/>
        </p:nvSpPr>
        <p:spPr>
          <a:xfrm rot="1874818">
            <a:off x="-640867" y="-2569387"/>
            <a:ext cx="7254091" cy="9484805"/>
          </a:xfrm>
          <a:custGeom>
            <a:avLst/>
            <a:gdLst>
              <a:gd name="connsiteX0" fmla="*/ 0 w 4302586"/>
              <a:gd name="connsiteY0" fmla="*/ 0 h 8546440"/>
              <a:gd name="connsiteX1" fmla="*/ 4302586 w 4302586"/>
              <a:gd name="connsiteY1" fmla="*/ 0 h 8546440"/>
              <a:gd name="connsiteX2" fmla="*/ 4302586 w 4302586"/>
              <a:gd name="connsiteY2" fmla="*/ 8546440 h 8546440"/>
              <a:gd name="connsiteX3" fmla="*/ 0 w 4302586"/>
              <a:gd name="connsiteY3" fmla="*/ 8546440 h 8546440"/>
              <a:gd name="connsiteX4" fmla="*/ 0 w 4302586"/>
              <a:gd name="connsiteY4" fmla="*/ 0 h 8546440"/>
              <a:gd name="connsiteX0" fmla="*/ 0 w 5120208"/>
              <a:gd name="connsiteY0" fmla="*/ 3793864 h 8546440"/>
              <a:gd name="connsiteX1" fmla="*/ 5120208 w 5120208"/>
              <a:gd name="connsiteY1" fmla="*/ 0 h 8546440"/>
              <a:gd name="connsiteX2" fmla="*/ 5120208 w 5120208"/>
              <a:gd name="connsiteY2" fmla="*/ 8546440 h 8546440"/>
              <a:gd name="connsiteX3" fmla="*/ 817622 w 5120208"/>
              <a:gd name="connsiteY3" fmla="*/ 8546440 h 8546440"/>
              <a:gd name="connsiteX4" fmla="*/ 0 w 5120208"/>
              <a:gd name="connsiteY4" fmla="*/ 3793864 h 8546440"/>
              <a:gd name="connsiteX0" fmla="*/ 0 w 5451187"/>
              <a:gd name="connsiteY0" fmla="*/ 3370779 h 8123355"/>
              <a:gd name="connsiteX1" fmla="*/ 5451187 w 5451187"/>
              <a:gd name="connsiteY1" fmla="*/ 0 h 8123355"/>
              <a:gd name="connsiteX2" fmla="*/ 5120208 w 5451187"/>
              <a:gd name="connsiteY2" fmla="*/ 8123355 h 8123355"/>
              <a:gd name="connsiteX3" fmla="*/ 817622 w 5451187"/>
              <a:gd name="connsiteY3" fmla="*/ 8123355 h 8123355"/>
              <a:gd name="connsiteX4" fmla="*/ 0 w 5451187"/>
              <a:gd name="connsiteY4" fmla="*/ 3370779 h 8123355"/>
              <a:gd name="connsiteX0" fmla="*/ 0 w 5438011"/>
              <a:gd name="connsiteY0" fmla="*/ 3392494 h 8145070"/>
              <a:gd name="connsiteX1" fmla="*/ 5438011 w 5438011"/>
              <a:gd name="connsiteY1" fmla="*/ 0 h 8145070"/>
              <a:gd name="connsiteX2" fmla="*/ 5120208 w 5438011"/>
              <a:gd name="connsiteY2" fmla="*/ 8145070 h 8145070"/>
              <a:gd name="connsiteX3" fmla="*/ 817622 w 5438011"/>
              <a:gd name="connsiteY3" fmla="*/ 8145070 h 8145070"/>
              <a:gd name="connsiteX4" fmla="*/ 0 w 5438011"/>
              <a:gd name="connsiteY4" fmla="*/ 3392494 h 8145070"/>
              <a:gd name="connsiteX0" fmla="*/ 0 w 5438011"/>
              <a:gd name="connsiteY0" fmla="*/ 3392494 h 8145070"/>
              <a:gd name="connsiteX1" fmla="*/ 5438011 w 5438011"/>
              <a:gd name="connsiteY1" fmla="*/ 0 h 8145070"/>
              <a:gd name="connsiteX2" fmla="*/ 5120208 w 5438011"/>
              <a:gd name="connsiteY2" fmla="*/ 8145070 h 8145070"/>
              <a:gd name="connsiteX3" fmla="*/ 2707354 w 5438011"/>
              <a:gd name="connsiteY3" fmla="*/ 7978909 h 8145070"/>
              <a:gd name="connsiteX4" fmla="*/ 0 w 5438011"/>
              <a:gd name="connsiteY4" fmla="*/ 3392494 h 8145070"/>
              <a:gd name="connsiteX0" fmla="*/ 0 w 5477172"/>
              <a:gd name="connsiteY0" fmla="*/ 3401400 h 8145070"/>
              <a:gd name="connsiteX1" fmla="*/ 5477172 w 5477172"/>
              <a:gd name="connsiteY1" fmla="*/ 0 h 8145070"/>
              <a:gd name="connsiteX2" fmla="*/ 5159369 w 5477172"/>
              <a:gd name="connsiteY2" fmla="*/ 8145070 h 8145070"/>
              <a:gd name="connsiteX3" fmla="*/ 2746515 w 5477172"/>
              <a:gd name="connsiteY3" fmla="*/ 7978909 h 8145070"/>
              <a:gd name="connsiteX4" fmla="*/ 0 w 5477172"/>
              <a:gd name="connsiteY4" fmla="*/ 3401400 h 8145070"/>
              <a:gd name="connsiteX0" fmla="*/ 0 w 5473214"/>
              <a:gd name="connsiteY0" fmla="*/ 3949551 h 8145070"/>
              <a:gd name="connsiteX1" fmla="*/ 5473214 w 5473214"/>
              <a:gd name="connsiteY1" fmla="*/ 0 h 8145070"/>
              <a:gd name="connsiteX2" fmla="*/ 5155411 w 5473214"/>
              <a:gd name="connsiteY2" fmla="*/ 8145070 h 8145070"/>
              <a:gd name="connsiteX3" fmla="*/ 2742557 w 5473214"/>
              <a:gd name="connsiteY3" fmla="*/ 7978909 h 8145070"/>
              <a:gd name="connsiteX4" fmla="*/ 0 w 5473214"/>
              <a:gd name="connsiteY4" fmla="*/ 3949551 h 8145070"/>
              <a:gd name="connsiteX0" fmla="*/ 0 w 5473214"/>
              <a:gd name="connsiteY0" fmla="*/ 3949551 h 8375910"/>
              <a:gd name="connsiteX1" fmla="*/ 5473214 w 5473214"/>
              <a:gd name="connsiteY1" fmla="*/ 0 h 8375910"/>
              <a:gd name="connsiteX2" fmla="*/ 5155411 w 5473214"/>
              <a:gd name="connsiteY2" fmla="*/ 8145070 h 8375910"/>
              <a:gd name="connsiteX3" fmla="*/ 2275880 w 5473214"/>
              <a:gd name="connsiteY3" fmla="*/ 8375910 h 8375910"/>
              <a:gd name="connsiteX4" fmla="*/ 0 w 5473214"/>
              <a:gd name="connsiteY4" fmla="*/ 3949551 h 8375910"/>
              <a:gd name="connsiteX0" fmla="*/ 0 w 5473214"/>
              <a:gd name="connsiteY0" fmla="*/ 3949551 h 8375910"/>
              <a:gd name="connsiteX1" fmla="*/ 5473214 w 5473214"/>
              <a:gd name="connsiteY1" fmla="*/ 0 h 8375910"/>
              <a:gd name="connsiteX2" fmla="*/ 3978869 w 5473214"/>
              <a:gd name="connsiteY2" fmla="*/ 8167264 h 8375910"/>
              <a:gd name="connsiteX3" fmla="*/ 2275880 w 5473214"/>
              <a:gd name="connsiteY3" fmla="*/ 8375910 h 8375910"/>
              <a:gd name="connsiteX4" fmla="*/ 0 w 5473214"/>
              <a:gd name="connsiteY4" fmla="*/ 3949551 h 8375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73214" h="8375910">
                <a:moveTo>
                  <a:pt x="0" y="3949551"/>
                </a:moveTo>
                <a:lnTo>
                  <a:pt x="5473214" y="0"/>
                </a:lnTo>
                <a:lnTo>
                  <a:pt x="3978869" y="8167264"/>
                </a:lnTo>
                <a:lnTo>
                  <a:pt x="2275880" y="8375910"/>
                </a:lnTo>
                <a:lnTo>
                  <a:pt x="0" y="3949551"/>
                </a:lnTo>
                <a:close/>
              </a:path>
            </a:pathLst>
          </a:custGeom>
          <a:gradFill flip="none" rotWithShape="1">
            <a:gsLst>
              <a:gs pos="11000">
                <a:schemeClr val="tx1"/>
              </a:gs>
              <a:gs pos="82000">
                <a:schemeClr val="bg2">
                  <a:lumMod val="2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5" name="Pravokotni trikotnik 4">
            <a:extLst>
              <a:ext uri="{FF2B5EF4-FFF2-40B4-BE49-F238E27FC236}">
                <a16:creationId xmlns:a16="http://schemas.microsoft.com/office/drawing/2014/main" id="{9F155D5F-1A51-F529-EAB5-6FEF17E3CD95}"/>
              </a:ext>
            </a:extLst>
          </p:cNvPr>
          <p:cNvSpPr/>
          <p:nvPr userDrawn="1"/>
        </p:nvSpPr>
        <p:spPr>
          <a:xfrm rot="5400000">
            <a:off x="1712136" y="-1712138"/>
            <a:ext cx="2454011" cy="5878287"/>
          </a:xfrm>
          <a:prstGeom prst="rtTriangle">
            <a:avLst/>
          </a:prstGeom>
          <a:gradFill>
            <a:gsLst>
              <a:gs pos="100000">
                <a:schemeClr val="tx1">
                  <a:lumMod val="65000"/>
                  <a:lumOff val="35000"/>
                </a:schemeClr>
              </a:gs>
              <a:gs pos="36000">
                <a:schemeClr val="bg2">
                  <a:lumMod val="25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7" name="Pravokotni trikotnik 6">
            <a:extLst>
              <a:ext uri="{FF2B5EF4-FFF2-40B4-BE49-F238E27FC236}">
                <a16:creationId xmlns:a16="http://schemas.microsoft.com/office/drawing/2014/main" id="{7ABFFD19-1F27-46DC-8241-8DA682755167}"/>
              </a:ext>
            </a:extLst>
          </p:cNvPr>
          <p:cNvSpPr/>
          <p:nvPr userDrawn="1"/>
        </p:nvSpPr>
        <p:spPr>
          <a:xfrm rot="16200000" flipV="1">
            <a:off x="-918398" y="3742503"/>
            <a:ext cx="4046591" cy="2286002"/>
          </a:xfrm>
          <a:prstGeom prst="rtTriangle">
            <a:avLst/>
          </a:prstGeom>
          <a:gradFill flip="none" rotWithShape="1">
            <a:gsLst>
              <a:gs pos="98000">
                <a:schemeClr val="tx1">
                  <a:lumMod val="75000"/>
                  <a:lumOff val="25000"/>
                </a:schemeClr>
              </a:gs>
              <a:gs pos="4000">
                <a:schemeClr val="bg2">
                  <a:lumMod val="50000"/>
                </a:schemeClr>
              </a:gs>
            </a:gsLst>
            <a:path path="rect">
              <a:fillToRect l="100000" t="100000"/>
            </a:path>
            <a:tileRect r="-100000" b="-100000"/>
          </a:gradFill>
          <a:ln w="25400">
            <a:gradFill>
              <a:gsLst>
                <a:gs pos="43000">
                  <a:srgbClr val="FFFF00"/>
                </a:gs>
                <a:gs pos="66000">
                  <a:schemeClr val="accent1">
                    <a:lumMod val="45000"/>
                    <a:lumOff val="55000"/>
                  </a:schemeClr>
                </a:gs>
                <a:gs pos="80000">
                  <a:schemeClr val="accent1">
                    <a:lumMod val="45000"/>
                    <a:lumOff val="55000"/>
                  </a:schemeClr>
                </a:gs>
                <a:gs pos="94000">
                  <a:schemeClr val="accent4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8" name="Pravokotni trikotnik 7">
            <a:extLst>
              <a:ext uri="{FF2B5EF4-FFF2-40B4-BE49-F238E27FC236}">
                <a16:creationId xmlns:a16="http://schemas.microsoft.com/office/drawing/2014/main" id="{BC2E09DA-56B5-EED3-1AC2-F3C90591ABD9}"/>
              </a:ext>
            </a:extLst>
          </p:cNvPr>
          <p:cNvSpPr/>
          <p:nvPr userDrawn="1"/>
        </p:nvSpPr>
        <p:spPr>
          <a:xfrm rot="10800000">
            <a:off x="7391400" y="-88900"/>
            <a:ext cx="4965700" cy="3517898"/>
          </a:xfrm>
          <a:prstGeom prst="rtTriangle">
            <a:avLst/>
          </a:prstGeom>
          <a:gradFill flip="none" rotWithShape="1">
            <a:gsLst>
              <a:gs pos="6000">
                <a:schemeClr val="tx1">
                  <a:lumMod val="95000"/>
                  <a:lumOff val="5000"/>
                </a:schemeClr>
              </a:gs>
              <a:gs pos="88000">
                <a:schemeClr val="tx1">
                  <a:lumMod val="75000"/>
                  <a:lumOff val="25000"/>
                </a:schemeClr>
              </a:gs>
            </a:gsLst>
            <a:lin ang="2700000" scaled="1"/>
            <a:tileRect/>
          </a:gradFill>
          <a:ln w="25400">
            <a:gradFill flip="none" rotWithShape="1">
              <a:gsLst>
                <a:gs pos="43000">
                  <a:srgbClr val="FFFF00"/>
                </a:gs>
                <a:gs pos="66000">
                  <a:schemeClr val="accent1">
                    <a:lumMod val="45000"/>
                    <a:lumOff val="55000"/>
                  </a:schemeClr>
                </a:gs>
                <a:gs pos="80000">
                  <a:schemeClr val="accent1">
                    <a:lumMod val="45000"/>
                    <a:lumOff val="55000"/>
                  </a:schemeClr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9" name="Pravokotni trikotnik 8">
            <a:extLst>
              <a:ext uri="{FF2B5EF4-FFF2-40B4-BE49-F238E27FC236}">
                <a16:creationId xmlns:a16="http://schemas.microsoft.com/office/drawing/2014/main" id="{3F022343-DAC7-491B-ECFC-0077BF9D4214}"/>
              </a:ext>
            </a:extLst>
          </p:cNvPr>
          <p:cNvSpPr/>
          <p:nvPr userDrawn="1"/>
        </p:nvSpPr>
        <p:spPr>
          <a:xfrm flipH="1">
            <a:off x="6007098" y="4165600"/>
            <a:ext cx="6251579" cy="2743200"/>
          </a:xfrm>
          <a:prstGeom prst="rtTriangle">
            <a:avLst/>
          </a:prstGeom>
          <a:gradFill>
            <a:gsLst>
              <a:gs pos="78000">
                <a:schemeClr val="tx1">
                  <a:lumMod val="75000"/>
                  <a:lumOff val="25000"/>
                </a:schemeClr>
              </a:gs>
              <a:gs pos="11000">
                <a:schemeClr val="tx1">
                  <a:lumMod val="65000"/>
                  <a:lumOff val="35000"/>
                </a:schemeClr>
              </a:gs>
            </a:gsLst>
            <a:lin ang="5400000" scaled="1"/>
          </a:gradFill>
          <a:ln w="44450">
            <a:gradFill flip="none" rotWithShape="1">
              <a:gsLst>
                <a:gs pos="0">
                  <a:srgbClr val="FFFF00">
                    <a:lumMod val="93000"/>
                  </a:srgbClr>
                </a:gs>
                <a:gs pos="35000">
                  <a:srgbClr val="0070C0"/>
                </a:gs>
                <a:gs pos="84000">
                  <a:schemeClr val="accent4"/>
                </a:gs>
              </a:gsLst>
              <a:lin ang="5400000" scaled="1"/>
              <a:tileRect/>
            </a:gra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32946D4B-978B-3F17-B624-4B2DEA79E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13" y="874062"/>
            <a:ext cx="5327871" cy="2891368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Caladea" panose="02040503050406030204" pitchFamily="18" charset="-18"/>
                <a:cs typeface="Times New Roman" panose="02020603050405020304" pitchFamily="18" charset="0"/>
              </a:defRPr>
            </a:lvl1pPr>
          </a:lstStyle>
          <a:p>
            <a:r>
              <a:rPr lang="sl-SI" dirty="0"/>
              <a:t>Kliknite, če želite urediti slog naslova matrice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FC3B74F9-329A-476C-CC5F-8E4E6FF15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3717" y="874062"/>
            <a:ext cx="5571669" cy="445099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1pPr>
            <a:lvl2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2pPr>
            <a:lvl3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3pPr>
            <a:lvl4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4pPr>
            <a:lvl5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5pPr>
          </a:lstStyle>
          <a:p>
            <a:pPr lvl="0"/>
            <a:r>
              <a:rPr lang="sl-SI" dirty="0"/>
              <a:t>Kliknite za urejanje slogov besedila matrice</a:t>
            </a:r>
          </a:p>
          <a:p>
            <a:pPr lvl="1"/>
            <a:r>
              <a:rPr lang="sl-SI" dirty="0"/>
              <a:t>Druga raven</a:t>
            </a:r>
          </a:p>
          <a:p>
            <a:pPr lvl="2"/>
            <a:r>
              <a:rPr lang="sl-SI" dirty="0"/>
              <a:t>Tretja raven</a:t>
            </a:r>
          </a:p>
          <a:p>
            <a:pPr lvl="3"/>
            <a:r>
              <a:rPr lang="sl-SI" dirty="0"/>
              <a:t>Četrta raven</a:t>
            </a:r>
          </a:p>
          <a:p>
            <a:pPr lvl="4"/>
            <a:r>
              <a:rPr lang="sl-SI" dirty="0"/>
              <a:t>Peta raven</a:t>
            </a:r>
          </a:p>
        </p:txBody>
      </p:sp>
      <p:sp>
        <p:nvSpPr>
          <p:cNvPr id="6" name="Označba mesta vsebine 3">
            <a:extLst>
              <a:ext uri="{FF2B5EF4-FFF2-40B4-BE49-F238E27FC236}">
                <a16:creationId xmlns:a16="http://schemas.microsoft.com/office/drawing/2014/main" id="{8DA89009-1956-4FDB-B5E2-851A7ADC0AB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50414" y="3995789"/>
            <a:ext cx="5327869" cy="13292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1pPr>
          </a:lstStyle>
          <a:p>
            <a:pPr lvl="0"/>
            <a:r>
              <a:rPr lang="sl-SI" dirty="0"/>
              <a:t>Kliknite za urejanje podnapisa besedila matrice</a:t>
            </a:r>
          </a:p>
        </p:txBody>
      </p:sp>
    </p:spTree>
    <p:extLst>
      <p:ext uri="{BB962C8B-B14F-4D97-AF65-F5344CB8AC3E}">
        <p14:creationId xmlns:p14="http://schemas.microsoft.com/office/powerpoint/2010/main" val="4119307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aslov vsebina pod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avokotnik 10">
            <a:extLst>
              <a:ext uri="{FF2B5EF4-FFF2-40B4-BE49-F238E27FC236}">
                <a16:creationId xmlns:a16="http://schemas.microsoft.com/office/drawing/2014/main" id="{F42240D1-8B4D-B855-6E74-C4A1910955ED}"/>
              </a:ext>
            </a:extLst>
          </p:cNvPr>
          <p:cNvSpPr/>
          <p:nvPr userDrawn="1"/>
        </p:nvSpPr>
        <p:spPr>
          <a:xfrm rot="2090108">
            <a:off x="-913983" y="-2417500"/>
            <a:ext cx="5698419" cy="8337811"/>
          </a:xfrm>
          <a:custGeom>
            <a:avLst/>
            <a:gdLst>
              <a:gd name="connsiteX0" fmla="*/ 0 w 4523591"/>
              <a:gd name="connsiteY0" fmla="*/ 0 h 7814282"/>
              <a:gd name="connsiteX1" fmla="*/ 4523591 w 4523591"/>
              <a:gd name="connsiteY1" fmla="*/ 0 h 7814282"/>
              <a:gd name="connsiteX2" fmla="*/ 4523591 w 4523591"/>
              <a:gd name="connsiteY2" fmla="*/ 7814282 h 7814282"/>
              <a:gd name="connsiteX3" fmla="*/ 0 w 4523591"/>
              <a:gd name="connsiteY3" fmla="*/ 7814282 h 7814282"/>
              <a:gd name="connsiteX4" fmla="*/ 0 w 4523591"/>
              <a:gd name="connsiteY4" fmla="*/ 0 h 7814282"/>
              <a:gd name="connsiteX0" fmla="*/ 0 w 5153021"/>
              <a:gd name="connsiteY0" fmla="*/ 3408801 h 7814282"/>
              <a:gd name="connsiteX1" fmla="*/ 5153021 w 5153021"/>
              <a:gd name="connsiteY1" fmla="*/ 0 h 7814282"/>
              <a:gd name="connsiteX2" fmla="*/ 5153021 w 5153021"/>
              <a:gd name="connsiteY2" fmla="*/ 7814282 h 7814282"/>
              <a:gd name="connsiteX3" fmla="*/ 629430 w 5153021"/>
              <a:gd name="connsiteY3" fmla="*/ 7814282 h 7814282"/>
              <a:gd name="connsiteX4" fmla="*/ 0 w 5153021"/>
              <a:gd name="connsiteY4" fmla="*/ 3408801 h 7814282"/>
              <a:gd name="connsiteX0" fmla="*/ 0 w 5153021"/>
              <a:gd name="connsiteY0" fmla="*/ 3841682 h 8247163"/>
              <a:gd name="connsiteX1" fmla="*/ 5130276 w 5153021"/>
              <a:gd name="connsiteY1" fmla="*/ 0 h 8247163"/>
              <a:gd name="connsiteX2" fmla="*/ 5153021 w 5153021"/>
              <a:gd name="connsiteY2" fmla="*/ 8247163 h 8247163"/>
              <a:gd name="connsiteX3" fmla="*/ 629430 w 5153021"/>
              <a:gd name="connsiteY3" fmla="*/ 8247163 h 8247163"/>
              <a:gd name="connsiteX4" fmla="*/ 0 w 5153021"/>
              <a:gd name="connsiteY4" fmla="*/ 3841682 h 8247163"/>
              <a:gd name="connsiteX0" fmla="*/ 0 w 5276346"/>
              <a:gd name="connsiteY0" fmla="*/ 3664472 h 8247163"/>
              <a:gd name="connsiteX1" fmla="*/ 5253601 w 5276346"/>
              <a:gd name="connsiteY1" fmla="*/ 0 h 8247163"/>
              <a:gd name="connsiteX2" fmla="*/ 5276346 w 5276346"/>
              <a:gd name="connsiteY2" fmla="*/ 8247163 h 8247163"/>
              <a:gd name="connsiteX3" fmla="*/ 752755 w 5276346"/>
              <a:gd name="connsiteY3" fmla="*/ 8247163 h 8247163"/>
              <a:gd name="connsiteX4" fmla="*/ 0 w 5276346"/>
              <a:gd name="connsiteY4" fmla="*/ 3664472 h 8247163"/>
              <a:gd name="connsiteX0" fmla="*/ 0 w 5276346"/>
              <a:gd name="connsiteY0" fmla="*/ 3664472 h 8247163"/>
              <a:gd name="connsiteX1" fmla="*/ 5253601 w 5276346"/>
              <a:gd name="connsiteY1" fmla="*/ 0 h 8247163"/>
              <a:gd name="connsiteX2" fmla="*/ 5276346 w 5276346"/>
              <a:gd name="connsiteY2" fmla="*/ 8247163 h 8247163"/>
              <a:gd name="connsiteX3" fmla="*/ 2736711 w 5276346"/>
              <a:gd name="connsiteY3" fmla="*/ 7918617 h 8247163"/>
              <a:gd name="connsiteX4" fmla="*/ 0 w 5276346"/>
              <a:gd name="connsiteY4" fmla="*/ 3664472 h 8247163"/>
              <a:gd name="connsiteX0" fmla="*/ 0 w 5415945"/>
              <a:gd name="connsiteY0" fmla="*/ 3730677 h 8247163"/>
              <a:gd name="connsiteX1" fmla="*/ 5393200 w 5415945"/>
              <a:gd name="connsiteY1" fmla="*/ 0 h 8247163"/>
              <a:gd name="connsiteX2" fmla="*/ 5415945 w 5415945"/>
              <a:gd name="connsiteY2" fmla="*/ 8247163 h 8247163"/>
              <a:gd name="connsiteX3" fmla="*/ 2876310 w 5415945"/>
              <a:gd name="connsiteY3" fmla="*/ 7918617 h 8247163"/>
              <a:gd name="connsiteX4" fmla="*/ 0 w 5415945"/>
              <a:gd name="connsiteY4" fmla="*/ 3730677 h 8247163"/>
              <a:gd name="connsiteX0" fmla="*/ 0 w 5447217"/>
              <a:gd name="connsiteY0" fmla="*/ 3752440 h 8247163"/>
              <a:gd name="connsiteX1" fmla="*/ 5424472 w 5447217"/>
              <a:gd name="connsiteY1" fmla="*/ 0 h 8247163"/>
              <a:gd name="connsiteX2" fmla="*/ 5447217 w 5447217"/>
              <a:gd name="connsiteY2" fmla="*/ 8247163 h 8247163"/>
              <a:gd name="connsiteX3" fmla="*/ 2907582 w 5447217"/>
              <a:gd name="connsiteY3" fmla="*/ 7918617 h 8247163"/>
              <a:gd name="connsiteX4" fmla="*/ 0 w 5447217"/>
              <a:gd name="connsiteY4" fmla="*/ 3752440 h 8247163"/>
              <a:gd name="connsiteX0" fmla="*/ 0 w 5519761"/>
              <a:gd name="connsiteY0" fmla="*/ 3648199 h 8247163"/>
              <a:gd name="connsiteX1" fmla="*/ 5497016 w 5519761"/>
              <a:gd name="connsiteY1" fmla="*/ 0 h 8247163"/>
              <a:gd name="connsiteX2" fmla="*/ 5519761 w 5519761"/>
              <a:gd name="connsiteY2" fmla="*/ 8247163 h 8247163"/>
              <a:gd name="connsiteX3" fmla="*/ 2980126 w 5519761"/>
              <a:gd name="connsiteY3" fmla="*/ 7918617 h 8247163"/>
              <a:gd name="connsiteX4" fmla="*/ 0 w 5519761"/>
              <a:gd name="connsiteY4" fmla="*/ 3648199 h 8247163"/>
              <a:gd name="connsiteX0" fmla="*/ 0 w 5519761"/>
              <a:gd name="connsiteY0" fmla="*/ 3738847 h 8337811"/>
              <a:gd name="connsiteX1" fmla="*/ 5449404 w 5519761"/>
              <a:gd name="connsiteY1" fmla="*/ 0 h 8337811"/>
              <a:gd name="connsiteX2" fmla="*/ 5519761 w 5519761"/>
              <a:gd name="connsiteY2" fmla="*/ 8337811 h 8337811"/>
              <a:gd name="connsiteX3" fmla="*/ 2980126 w 5519761"/>
              <a:gd name="connsiteY3" fmla="*/ 8009265 h 8337811"/>
              <a:gd name="connsiteX4" fmla="*/ 0 w 5519761"/>
              <a:gd name="connsiteY4" fmla="*/ 3738847 h 833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9761" h="8337811">
                <a:moveTo>
                  <a:pt x="0" y="3738847"/>
                </a:moveTo>
                <a:lnTo>
                  <a:pt x="5449404" y="0"/>
                </a:lnTo>
                <a:cubicBezTo>
                  <a:pt x="5456986" y="2749054"/>
                  <a:pt x="5512179" y="5588757"/>
                  <a:pt x="5519761" y="8337811"/>
                </a:cubicBezTo>
                <a:lnTo>
                  <a:pt x="2980126" y="8009265"/>
                </a:lnTo>
                <a:lnTo>
                  <a:pt x="0" y="3738847"/>
                </a:lnTo>
                <a:close/>
              </a:path>
            </a:pathLst>
          </a:custGeom>
          <a:gradFill>
            <a:gsLst>
              <a:gs pos="60000">
                <a:srgbClr val="131313"/>
              </a:gs>
              <a:gs pos="28000">
                <a:schemeClr val="tx1">
                  <a:lumMod val="85000"/>
                  <a:lumOff val="15000"/>
                </a:schemeClr>
              </a:gs>
              <a:gs pos="100000">
                <a:schemeClr val="tx1"/>
              </a:gs>
            </a:gsLst>
            <a:lin ang="5400000" scaled="1"/>
          </a:gradFill>
          <a:ln w="25400">
            <a:gradFill>
              <a:gsLst>
                <a:gs pos="15000">
                  <a:srgbClr val="FFFF00"/>
                </a:gs>
                <a:gs pos="35000">
                  <a:srgbClr val="00B0F0"/>
                </a:gs>
                <a:gs pos="80000">
                  <a:schemeClr val="accent4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7" name="Pravokotni trikotnik 6">
            <a:extLst>
              <a:ext uri="{FF2B5EF4-FFF2-40B4-BE49-F238E27FC236}">
                <a16:creationId xmlns:a16="http://schemas.microsoft.com/office/drawing/2014/main" id="{8F247F82-E1DF-5614-EC05-F87625AEFFA3}"/>
              </a:ext>
            </a:extLst>
          </p:cNvPr>
          <p:cNvSpPr/>
          <p:nvPr userDrawn="1"/>
        </p:nvSpPr>
        <p:spPr>
          <a:xfrm rot="5400000" flipV="1">
            <a:off x="6991351" y="-2711449"/>
            <a:ext cx="2489202" cy="7912101"/>
          </a:xfrm>
          <a:prstGeom prst="rtTriangle">
            <a:avLst/>
          </a:prstGeom>
          <a:gradFill>
            <a:gsLst>
              <a:gs pos="100000">
                <a:schemeClr val="tx1">
                  <a:lumMod val="65000"/>
                  <a:lumOff val="35000"/>
                </a:schemeClr>
              </a:gs>
              <a:gs pos="36000">
                <a:schemeClr val="bg2">
                  <a:lumMod val="25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8" name="Pravokotni trikotnik 7">
            <a:extLst>
              <a:ext uri="{FF2B5EF4-FFF2-40B4-BE49-F238E27FC236}">
                <a16:creationId xmlns:a16="http://schemas.microsoft.com/office/drawing/2014/main" id="{A8B59E35-C315-5C5F-A6F2-4DEE33D0D4E4}"/>
              </a:ext>
            </a:extLst>
          </p:cNvPr>
          <p:cNvSpPr/>
          <p:nvPr userDrawn="1"/>
        </p:nvSpPr>
        <p:spPr>
          <a:xfrm rot="16200000" flipV="1">
            <a:off x="-886683" y="3634516"/>
            <a:ext cx="4102100" cy="2344868"/>
          </a:xfrm>
          <a:prstGeom prst="rtTriangle">
            <a:avLst/>
          </a:prstGeom>
          <a:gradFill flip="none" rotWithShape="1">
            <a:gsLst>
              <a:gs pos="98000">
                <a:schemeClr val="tx1">
                  <a:lumMod val="75000"/>
                  <a:lumOff val="25000"/>
                </a:schemeClr>
              </a:gs>
              <a:gs pos="4000">
                <a:schemeClr val="bg2">
                  <a:lumMod val="50000"/>
                </a:schemeClr>
              </a:gs>
            </a:gsLst>
            <a:path path="rect">
              <a:fillToRect l="100000" t="100000"/>
            </a:path>
            <a:tileRect r="-100000" b="-100000"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9" name="Pravokotni trikotnik 8">
            <a:extLst>
              <a:ext uri="{FF2B5EF4-FFF2-40B4-BE49-F238E27FC236}">
                <a16:creationId xmlns:a16="http://schemas.microsoft.com/office/drawing/2014/main" id="{FFC5DE80-B708-FD80-4AE7-7448EFF65179}"/>
              </a:ext>
            </a:extLst>
          </p:cNvPr>
          <p:cNvSpPr/>
          <p:nvPr userDrawn="1"/>
        </p:nvSpPr>
        <p:spPr>
          <a:xfrm rot="10800000" flipV="1">
            <a:off x="10071100" y="2997200"/>
            <a:ext cx="2159000" cy="3898900"/>
          </a:xfrm>
          <a:prstGeom prst="rtTriangle">
            <a:avLst/>
          </a:prstGeom>
          <a:gradFill flip="none" rotWithShape="1">
            <a:gsLst>
              <a:gs pos="6000">
                <a:schemeClr val="tx1">
                  <a:lumMod val="95000"/>
                  <a:lumOff val="5000"/>
                </a:schemeClr>
              </a:gs>
              <a:gs pos="88000">
                <a:schemeClr val="tx1">
                  <a:lumMod val="75000"/>
                  <a:lumOff val="25000"/>
                </a:schemeClr>
              </a:gs>
            </a:gsLst>
            <a:lin ang="2700000" scaled="1"/>
            <a:tileRect/>
          </a:gradFill>
          <a:ln w="25400">
            <a:gradFill flip="none" rotWithShape="1">
              <a:gsLst>
                <a:gs pos="43000">
                  <a:srgbClr val="FFFF00"/>
                </a:gs>
                <a:gs pos="66000">
                  <a:schemeClr val="accent1">
                    <a:lumMod val="45000"/>
                    <a:lumOff val="55000"/>
                  </a:schemeClr>
                </a:gs>
                <a:gs pos="80000">
                  <a:schemeClr val="accent1">
                    <a:lumMod val="45000"/>
                    <a:lumOff val="55000"/>
                  </a:schemeClr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0" name="Pravokotni trikotnik 9">
            <a:extLst>
              <a:ext uri="{FF2B5EF4-FFF2-40B4-BE49-F238E27FC236}">
                <a16:creationId xmlns:a16="http://schemas.microsoft.com/office/drawing/2014/main" id="{628A5921-D11D-928B-74B9-8418CB701EFC}"/>
              </a:ext>
            </a:extLst>
          </p:cNvPr>
          <p:cNvSpPr/>
          <p:nvPr userDrawn="1"/>
        </p:nvSpPr>
        <p:spPr>
          <a:xfrm flipV="1">
            <a:off x="-83127" y="-152401"/>
            <a:ext cx="3571391" cy="1929339"/>
          </a:xfrm>
          <a:prstGeom prst="rtTriangle">
            <a:avLst/>
          </a:prstGeom>
          <a:gradFill>
            <a:gsLst>
              <a:gs pos="78000">
                <a:schemeClr val="tx1">
                  <a:lumMod val="75000"/>
                  <a:lumOff val="25000"/>
                </a:schemeClr>
              </a:gs>
              <a:gs pos="11000">
                <a:schemeClr val="tx1">
                  <a:lumMod val="65000"/>
                  <a:lumOff val="35000"/>
                </a:schemeClr>
              </a:gs>
            </a:gsLst>
            <a:lin ang="5400000" scaled="1"/>
          </a:gradFill>
          <a:ln w="44450">
            <a:gradFill>
              <a:gsLst>
                <a:gs pos="6000">
                  <a:srgbClr val="FFFF00"/>
                </a:gs>
                <a:gs pos="35000">
                  <a:srgbClr val="0070C0"/>
                </a:gs>
                <a:gs pos="84000">
                  <a:schemeClr val="accent4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32946D4B-978B-3F17-B624-4B2DEA79E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633" y="81573"/>
            <a:ext cx="10608733" cy="964141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Caladea" panose="02040503050406030204" pitchFamily="18" charset="-18"/>
                <a:cs typeface="Times New Roman" panose="02020603050405020304" pitchFamily="18" charset="0"/>
              </a:defRPr>
            </a:lvl1pPr>
          </a:lstStyle>
          <a:p>
            <a:r>
              <a:rPr lang="sl-SI" dirty="0"/>
              <a:t>Kliknite, če želite urediti slog naslova matrice</a:t>
            </a:r>
          </a:p>
        </p:txBody>
      </p:sp>
      <p:sp>
        <p:nvSpPr>
          <p:cNvPr id="4" name="Označba mesta vsebine 2">
            <a:extLst>
              <a:ext uri="{FF2B5EF4-FFF2-40B4-BE49-F238E27FC236}">
                <a16:creationId xmlns:a16="http://schemas.microsoft.com/office/drawing/2014/main" id="{1CF606B1-2ADF-3DB0-DB7A-CBF64F39BA6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91633" y="2074332"/>
            <a:ext cx="10608733" cy="44862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1pPr>
            <a:lvl2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2pPr>
            <a:lvl3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3pPr>
            <a:lvl4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4pPr>
            <a:lvl5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5pPr>
          </a:lstStyle>
          <a:p>
            <a:pPr lvl="0"/>
            <a:r>
              <a:rPr lang="sl-SI" dirty="0"/>
              <a:t>Kliknite za urejanje slogov besedila matrice</a:t>
            </a:r>
          </a:p>
          <a:p>
            <a:pPr lvl="1"/>
            <a:r>
              <a:rPr lang="sl-SI" dirty="0"/>
              <a:t>Druga raven</a:t>
            </a:r>
          </a:p>
          <a:p>
            <a:pPr lvl="2"/>
            <a:r>
              <a:rPr lang="sl-SI" dirty="0"/>
              <a:t>Tretja raven</a:t>
            </a:r>
          </a:p>
          <a:p>
            <a:pPr lvl="3"/>
            <a:r>
              <a:rPr lang="sl-SI" dirty="0"/>
              <a:t>Četrta raven</a:t>
            </a:r>
          </a:p>
          <a:p>
            <a:pPr lvl="4"/>
            <a:r>
              <a:rPr lang="sl-SI" dirty="0"/>
              <a:t>Peta raven</a:t>
            </a:r>
          </a:p>
        </p:txBody>
      </p:sp>
      <p:sp>
        <p:nvSpPr>
          <p:cNvPr id="5" name="Označba mesta vsebine 3">
            <a:extLst>
              <a:ext uri="{FF2B5EF4-FFF2-40B4-BE49-F238E27FC236}">
                <a16:creationId xmlns:a16="http://schemas.microsoft.com/office/drawing/2014/main" id="{B7E10C66-9DBD-BDA6-50BD-B742DBD5453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1633" y="1227122"/>
            <a:ext cx="10608733" cy="69599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1pPr>
          </a:lstStyle>
          <a:p>
            <a:pPr lvl="0"/>
            <a:r>
              <a:rPr lang="sl-SI" dirty="0"/>
              <a:t>Kliknite za urejanje podnapisa besedila matrice</a:t>
            </a:r>
          </a:p>
        </p:txBody>
      </p:sp>
    </p:spTree>
    <p:extLst>
      <p:ext uri="{BB962C8B-B14F-4D97-AF65-F5344CB8AC3E}">
        <p14:creationId xmlns:p14="http://schemas.microsoft.com/office/powerpoint/2010/main" val="240019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ravokotnik 10">
            <a:extLst>
              <a:ext uri="{FF2B5EF4-FFF2-40B4-BE49-F238E27FC236}">
                <a16:creationId xmlns:a16="http://schemas.microsoft.com/office/drawing/2014/main" id="{F42240D1-8B4D-B855-6E74-C4A1910955ED}"/>
              </a:ext>
            </a:extLst>
          </p:cNvPr>
          <p:cNvSpPr/>
          <p:nvPr userDrawn="1"/>
        </p:nvSpPr>
        <p:spPr>
          <a:xfrm rot="2090108">
            <a:off x="-913983" y="-2417500"/>
            <a:ext cx="5698419" cy="8337811"/>
          </a:xfrm>
          <a:custGeom>
            <a:avLst/>
            <a:gdLst>
              <a:gd name="connsiteX0" fmla="*/ 0 w 4523591"/>
              <a:gd name="connsiteY0" fmla="*/ 0 h 7814282"/>
              <a:gd name="connsiteX1" fmla="*/ 4523591 w 4523591"/>
              <a:gd name="connsiteY1" fmla="*/ 0 h 7814282"/>
              <a:gd name="connsiteX2" fmla="*/ 4523591 w 4523591"/>
              <a:gd name="connsiteY2" fmla="*/ 7814282 h 7814282"/>
              <a:gd name="connsiteX3" fmla="*/ 0 w 4523591"/>
              <a:gd name="connsiteY3" fmla="*/ 7814282 h 7814282"/>
              <a:gd name="connsiteX4" fmla="*/ 0 w 4523591"/>
              <a:gd name="connsiteY4" fmla="*/ 0 h 7814282"/>
              <a:gd name="connsiteX0" fmla="*/ 0 w 5153021"/>
              <a:gd name="connsiteY0" fmla="*/ 3408801 h 7814282"/>
              <a:gd name="connsiteX1" fmla="*/ 5153021 w 5153021"/>
              <a:gd name="connsiteY1" fmla="*/ 0 h 7814282"/>
              <a:gd name="connsiteX2" fmla="*/ 5153021 w 5153021"/>
              <a:gd name="connsiteY2" fmla="*/ 7814282 h 7814282"/>
              <a:gd name="connsiteX3" fmla="*/ 629430 w 5153021"/>
              <a:gd name="connsiteY3" fmla="*/ 7814282 h 7814282"/>
              <a:gd name="connsiteX4" fmla="*/ 0 w 5153021"/>
              <a:gd name="connsiteY4" fmla="*/ 3408801 h 7814282"/>
              <a:gd name="connsiteX0" fmla="*/ 0 w 5153021"/>
              <a:gd name="connsiteY0" fmla="*/ 3841682 h 8247163"/>
              <a:gd name="connsiteX1" fmla="*/ 5130276 w 5153021"/>
              <a:gd name="connsiteY1" fmla="*/ 0 h 8247163"/>
              <a:gd name="connsiteX2" fmla="*/ 5153021 w 5153021"/>
              <a:gd name="connsiteY2" fmla="*/ 8247163 h 8247163"/>
              <a:gd name="connsiteX3" fmla="*/ 629430 w 5153021"/>
              <a:gd name="connsiteY3" fmla="*/ 8247163 h 8247163"/>
              <a:gd name="connsiteX4" fmla="*/ 0 w 5153021"/>
              <a:gd name="connsiteY4" fmla="*/ 3841682 h 8247163"/>
              <a:gd name="connsiteX0" fmla="*/ 0 w 5276346"/>
              <a:gd name="connsiteY0" fmla="*/ 3664472 h 8247163"/>
              <a:gd name="connsiteX1" fmla="*/ 5253601 w 5276346"/>
              <a:gd name="connsiteY1" fmla="*/ 0 h 8247163"/>
              <a:gd name="connsiteX2" fmla="*/ 5276346 w 5276346"/>
              <a:gd name="connsiteY2" fmla="*/ 8247163 h 8247163"/>
              <a:gd name="connsiteX3" fmla="*/ 752755 w 5276346"/>
              <a:gd name="connsiteY3" fmla="*/ 8247163 h 8247163"/>
              <a:gd name="connsiteX4" fmla="*/ 0 w 5276346"/>
              <a:gd name="connsiteY4" fmla="*/ 3664472 h 8247163"/>
              <a:gd name="connsiteX0" fmla="*/ 0 w 5276346"/>
              <a:gd name="connsiteY0" fmla="*/ 3664472 h 8247163"/>
              <a:gd name="connsiteX1" fmla="*/ 5253601 w 5276346"/>
              <a:gd name="connsiteY1" fmla="*/ 0 h 8247163"/>
              <a:gd name="connsiteX2" fmla="*/ 5276346 w 5276346"/>
              <a:gd name="connsiteY2" fmla="*/ 8247163 h 8247163"/>
              <a:gd name="connsiteX3" fmla="*/ 2736711 w 5276346"/>
              <a:gd name="connsiteY3" fmla="*/ 7918617 h 8247163"/>
              <a:gd name="connsiteX4" fmla="*/ 0 w 5276346"/>
              <a:gd name="connsiteY4" fmla="*/ 3664472 h 8247163"/>
              <a:gd name="connsiteX0" fmla="*/ 0 w 5415945"/>
              <a:gd name="connsiteY0" fmla="*/ 3730677 h 8247163"/>
              <a:gd name="connsiteX1" fmla="*/ 5393200 w 5415945"/>
              <a:gd name="connsiteY1" fmla="*/ 0 h 8247163"/>
              <a:gd name="connsiteX2" fmla="*/ 5415945 w 5415945"/>
              <a:gd name="connsiteY2" fmla="*/ 8247163 h 8247163"/>
              <a:gd name="connsiteX3" fmla="*/ 2876310 w 5415945"/>
              <a:gd name="connsiteY3" fmla="*/ 7918617 h 8247163"/>
              <a:gd name="connsiteX4" fmla="*/ 0 w 5415945"/>
              <a:gd name="connsiteY4" fmla="*/ 3730677 h 8247163"/>
              <a:gd name="connsiteX0" fmla="*/ 0 w 5447217"/>
              <a:gd name="connsiteY0" fmla="*/ 3752440 h 8247163"/>
              <a:gd name="connsiteX1" fmla="*/ 5424472 w 5447217"/>
              <a:gd name="connsiteY1" fmla="*/ 0 h 8247163"/>
              <a:gd name="connsiteX2" fmla="*/ 5447217 w 5447217"/>
              <a:gd name="connsiteY2" fmla="*/ 8247163 h 8247163"/>
              <a:gd name="connsiteX3" fmla="*/ 2907582 w 5447217"/>
              <a:gd name="connsiteY3" fmla="*/ 7918617 h 8247163"/>
              <a:gd name="connsiteX4" fmla="*/ 0 w 5447217"/>
              <a:gd name="connsiteY4" fmla="*/ 3752440 h 8247163"/>
              <a:gd name="connsiteX0" fmla="*/ 0 w 5519761"/>
              <a:gd name="connsiteY0" fmla="*/ 3648199 h 8247163"/>
              <a:gd name="connsiteX1" fmla="*/ 5497016 w 5519761"/>
              <a:gd name="connsiteY1" fmla="*/ 0 h 8247163"/>
              <a:gd name="connsiteX2" fmla="*/ 5519761 w 5519761"/>
              <a:gd name="connsiteY2" fmla="*/ 8247163 h 8247163"/>
              <a:gd name="connsiteX3" fmla="*/ 2980126 w 5519761"/>
              <a:gd name="connsiteY3" fmla="*/ 7918617 h 8247163"/>
              <a:gd name="connsiteX4" fmla="*/ 0 w 5519761"/>
              <a:gd name="connsiteY4" fmla="*/ 3648199 h 8247163"/>
              <a:gd name="connsiteX0" fmla="*/ 0 w 5519761"/>
              <a:gd name="connsiteY0" fmla="*/ 3738847 h 8337811"/>
              <a:gd name="connsiteX1" fmla="*/ 5449404 w 5519761"/>
              <a:gd name="connsiteY1" fmla="*/ 0 h 8337811"/>
              <a:gd name="connsiteX2" fmla="*/ 5519761 w 5519761"/>
              <a:gd name="connsiteY2" fmla="*/ 8337811 h 8337811"/>
              <a:gd name="connsiteX3" fmla="*/ 2980126 w 5519761"/>
              <a:gd name="connsiteY3" fmla="*/ 8009265 h 8337811"/>
              <a:gd name="connsiteX4" fmla="*/ 0 w 5519761"/>
              <a:gd name="connsiteY4" fmla="*/ 3738847 h 8337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19761" h="8337811">
                <a:moveTo>
                  <a:pt x="0" y="3738847"/>
                </a:moveTo>
                <a:lnTo>
                  <a:pt x="5449404" y="0"/>
                </a:lnTo>
                <a:cubicBezTo>
                  <a:pt x="5456986" y="2749054"/>
                  <a:pt x="5512179" y="5588757"/>
                  <a:pt x="5519761" y="8337811"/>
                </a:cubicBezTo>
                <a:lnTo>
                  <a:pt x="2980126" y="8009265"/>
                </a:lnTo>
                <a:lnTo>
                  <a:pt x="0" y="3738847"/>
                </a:lnTo>
                <a:close/>
              </a:path>
            </a:pathLst>
          </a:custGeom>
          <a:gradFill>
            <a:gsLst>
              <a:gs pos="60000">
                <a:srgbClr val="131313"/>
              </a:gs>
              <a:gs pos="28000">
                <a:schemeClr val="tx1">
                  <a:lumMod val="85000"/>
                  <a:lumOff val="15000"/>
                </a:schemeClr>
              </a:gs>
              <a:gs pos="100000">
                <a:schemeClr val="tx1"/>
              </a:gs>
            </a:gsLst>
            <a:lin ang="5400000" scaled="1"/>
          </a:gradFill>
          <a:ln w="25400">
            <a:gradFill>
              <a:gsLst>
                <a:gs pos="15000">
                  <a:srgbClr val="FFFF00"/>
                </a:gs>
                <a:gs pos="35000">
                  <a:srgbClr val="00B0F0"/>
                </a:gs>
                <a:gs pos="80000">
                  <a:schemeClr val="accent4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7" name="Pravokotni trikotnik 6">
            <a:extLst>
              <a:ext uri="{FF2B5EF4-FFF2-40B4-BE49-F238E27FC236}">
                <a16:creationId xmlns:a16="http://schemas.microsoft.com/office/drawing/2014/main" id="{8F247F82-E1DF-5614-EC05-F87625AEFFA3}"/>
              </a:ext>
            </a:extLst>
          </p:cNvPr>
          <p:cNvSpPr/>
          <p:nvPr userDrawn="1"/>
        </p:nvSpPr>
        <p:spPr>
          <a:xfrm rot="5400000" flipV="1">
            <a:off x="6991351" y="-2711449"/>
            <a:ext cx="2489202" cy="7912101"/>
          </a:xfrm>
          <a:prstGeom prst="rtTriangle">
            <a:avLst/>
          </a:prstGeom>
          <a:gradFill>
            <a:gsLst>
              <a:gs pos="100000">
                <a:schemeClr val="tx1">
                  <a:lumMod val="65000"/>
                  <a:lumOff val="35000"/>
                </a:schemeClr>
              </a:gs>
              <a:gs pos="36000">
                <a:schemeClr val="bg2">
                  <a:lumMod val="25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8" name="Pravokotni trikotnik 7">
            <a:extLst>
              <a:ext uri="{FF2B5EF4-FFF2-40B4-BE49-F238E27FC236}">
                <a16:creationId xmlns:a16="http://schemas.microsoft.com/office/drawing/2014/main" id="{A8B59E35-C315-5C5F-A6F2-4DEE33D0D4E4}"/>
              </a:ext>
            </a:extLst>
          </p:cNvPr>
          <p:cNvSpPr/>
          <p:nvPr userDrawn="1"/>
        </p:nvSpPr>
        <p:spPr>
          <a:xfrm rot="16200000" flipV="1">
            <a:off x="-886683" y="3634516"/>
            <a:ext cx="4102100" cy="2344868"/>
          </a:xfrm>
          <a:prstGeom prst="rtTriangle">
            <a:avLst/>
          </a:prstGeom>
          <a:gradFill flip="none" rotWithShape="1">
            <a:gsLst>
              <a:gs pos="98000">
                <a:schemeClr val="tx1">
                  <a:lumMod val="75000"/>
                  <a:lumOff val="25000"/>
                </a:schemeClr>
              </a:gs>
              <a:gs pos="4000">
                <a:schemeClr val="bg2">
                  <a:lumMod val="50000"/>
                </a:schemeClr>
              </a:gs>
            </a:gsLst>
            <a:path path="rect">
              <a:fillToRect l="100000" t="100000"/>
            </a:path>
            <a:tileRect r="-100000" b="-100000"/>
          </a:gra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9" name="Pravokotni trikotnik 8">
            <a:extLst>
              <a:ext uri="{FF2B5EF4-FFF2-40B4-BE49-F238E27FC236}">
                <a16:creationId xmlns:a16="http://schemas.microsoft.com/office/drawing/2014/main" id="{FFC5DE80-B708-FD80-4AE7-7448EFF65179}"/>
              </a:ext>
            </a:extLst>
          </p:cNvPr>
          <p:cNvSpPr/>
          <p:nvPr userDrawn="1"/>
        </p:nvSpPr>
        <p:spPr>
          <a:xfrm rot="10800000" flipV="1">
            <a:off x="10071100" y="2997200"/>
            <a:ext cx="2159000" cy="3898900"/>
          </a:xfrm>
          <a:prstGeom prst="rtTriangle">
            <a:avLst/>
          </a:prstGeom>
          <a:gradFill flip="none" rotWithShape="1">
            <a:gsLst>
              <a:gs pos="6000">
                <a:schemeClr val="tx1">
                  <a:lumMod val="95000"/>
                  <a:lumOff val="5000"/>
                </a:schemeClr>
              </a:gs>
              <a:gs pos="88000">
                <a:schemeClr val="tx1">
                  <a:lumMod val="75000"/>
                  <a:lumOff val="25000"/>
                </a:schemeClr>
              </a:gs>
            </a:gsLst>
            <a:lin ang="2700000" scaled="1"/>
            <a:tileRect/>
          </a:gradFill>
          <a:ln w="25400">
            <a:gradFill flip="none" rotWithShape="1">
              <a:gsLst>
                <a:gs pos="43000">
                  <a:srgbClr val="FFFF00"/>
                </a:gs>
                <a:gs pos="66000">
                  <a:schemeClr val="accent1">
                    <a:lumMod val="45000"/>
                    <a:lumOff val="55000"/>
                  </a:schemeClr>
                </a:gs>
                <a:gs pos="80000">
                  <a:schemeClr val="accent1">
                    <a:lumMod val="45000"/>
                    <a:lumOff val="55000"/>
                  </a:schemeClr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0" name="Pravokotni trikotnik 9">
            <a:extLst>
              <a:ext uri="{FF2B5EF4-FFF2-40B4-BE49-F238E27FC236}">
                <a16:creationId xmlns:a16="http://schemas.microsoft.com/office/drawing/2014/main" id="{628A5921-D11D-928B-74B9-8418CB701EFC}"/>
              </a:ext>
            </a:extLst>
          </p:cNvPr>
          <p:cNvSpPr/>
          <p:nvPr userDrawn="1"/>
        </p:nvSpPr>
        <p:spPr>
          <a:xfrm flipV="1">
            <a:off x="-83127" y="-152401"/>
            <a:ext cx="3571391" cy="1929339"/>
          </a:xfrm>
          <a:prstGeom prst="rtTriangle">
            <a:avLst/>
          </a:prstGeom>
          <a:gradFill>
            <a:gsLst>
              <a:gs pos="78000">
                <a:schemeClr val="tx1">
                  <a:lumMod val="75000"/>
                  <a:lumOff val="25000"/>
                </a:schemeClr>
              </a:gs>
              <a:gs pos="11000">
                <a:schemeClr val="tx1">
                  <a:lumMod val="65000"/>
                  <a:lumOff val="35000"/>
                </a:schemeClr>
              </a:gs>
            </a:gsLst>
            <a:lin ang="5400000" scaled="1"/>
          </a:gradFill>
          <a:ln w="44450">
            <a:gradFill>
              <a:gsLst>
                <a:gs pos="6000">
                  <a:srgbClr val="FFFF00"/>
                </a:gs>
                <a:gs pos="35000">
                  <a:srgbClr val="0070C0"/>
                </a:gs>
                <a:gs pos="84000">
                  <a:schemeClr val="accent4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4" name="Označba mesta vsebine 2">
            <a:extLst>
              <a:ext uri="{FF2B5EF4-FFF2-40B4-BE49-F238E27FC236}">
                <a16:creationId xmlns:a16="http://schemas.microsoft.com/office/drawing/2014/main" id="{1CF606B1-2ADF-3DB0-DB7A-CBF64F39BA6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91633" y="1205346"/>
            <a:ext cx="10608733" cy="535526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1pPr>
            <a:lvl2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2pPr>
            <a:lvl3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3pPr>
            <a:lvl4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4pPr>
            <a:lvl5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5pPr>
          </a:lstStyle>
          <a:p>
            <a:pPr lvl="0"/>
            <a:r>
              <a:rPr lang="sl-SI" dirty="0"/>
              <a:t>Kliknite za urejanje slogov besedila matrice</a:t>
            </a:r>
          </a:p>
          <a:p>
            <a:pPr lvl="1"/>
            <a:r>
              <a:rPr lang="sl-SI" dirty="0"/>
              <a:t>Druga raven</a:t>
            </a:r>
          </a:p>
          <a:p>
            <a:pPr lvl="2"/>
            <a:r>
              <a:rPr lang="sl-SI" dirty="0"/>
              <a:t>Tretja raven</a:t>
            </a:r>
          </a:p>
          <a:p>
            <a:pPr lvl="3"/>
            <a:r>
              <a:rPr lang="sl-SI" dirty="0"/>
              <a:t>Četrta raven</a:t>
            </a:r>
          </a:p>
          <a:p>
            <a:pPr lvl="4"/>
            <a:r>
              <a:rPr lang="sl-SI" dirty="0"/>
              <a:t>Peta raven</a:t>
            </a:r>
          </a:p>
        </p:txBody>
      </p:sp>
      <p:sp>
        <p:nvSpPr>
          <p:cNvPr id="5" name="Označba mesta vsebine 3">
            <a:extLst>
              <a:ext uri="{FF2B5EF4-FFF2-40B4-BE49-F238E27FC236}">
                <a16:creationId xmlns:a16="http://schemas.microsoft.com/office/drawing/2014/main" id="{B7E10C66-9DBD-BDA6-50BD-B742DBD5453A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1632" y="297393"/>
            <a:ext cx="10608733" cy="69599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Caladea" panose="02040503050406030204" pitchFamily="18" charset="-18"/>
              </a:defRPr>
            </a:lvl1pPr>
          </a:lstStyle>
          <a:p>
            <a:pPr lvl="0"/>
            <a:r>
              <a:rPr lang="sl-SI" dirty="0"/>
              <a:t>Kliknite za urejanje podnapisa besedila matrice</a:t>
            </a:r>
          </a:p>
        </p:txBody>
      </p:sp>
    </p:spTree>
    <p:extLst>
      <p:ext uri="{BB962C8B-B14F-4D97-AF65-F5344CB8AC3E}">
        <p14:creationId xmlns:p14="http://schemas.microsoft.com/office/powerpoint/2010/main" val="1361209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ka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ravokotnik 14">
            <a:extLst>
              <a:ext uri="{FF2B5EF4-FFF2-40B4-BE49-F238E27FC236}">
                <a16:creationId xmlns:a16="http://schemas.microsoft.com/office/drawing/2014/main" id="{904D275C-D68F-0121-0F4E-3449ADE9F357}"/>
              </a:ext>
            </a:extLst>
          </p:cNvPr>
          <p:cNvSpPr/>
          <p:nvPr userDrawn="1"/>
        </p:nvSpPr>
        <p:spPr>
          <a:xfrm rot="6704198">
            <a:off x="6389650" y="-3858320"/>
            <a:ext cx="4362310" cy="9321202"/>
          </a:xfrm>
          <a:custGeom>
            <a:avLst/>
            <a:gdLst>
              <a:gd name="connsiteX0" fmla="*/ 0 w 4247296"/>
              <a:gd name="connsiteY0" fmla="*/ 0 h 8307126"/>
              <a:gd name="connsiteX1" fmla="*/ 4247296 w 4247296"/>
              <a:gd name="connsiteY1" fmla="*/ 0 h 8307126"/>
              <a:gd name="connsiteX2" fmla="*/ 4247296 w 4247296"/>
              <a:gd name="connsiteY2" fmla="*/ 8307126 h 8307126"/>
              <a:gd name="connsiteX3" fmla="*/ 0 w 4247296"/>
              <a:gd name="connsiteY3" fmla="*/ 8307126 h 8307126"/>
              <a:gd name="connsiteX4" fmla="*/ 0 w 4247296"/>
              <a:gd name="connsiteY4" fmla="*/ 0 h 8307126"/>
              <a:gd name="connsiteX0" fmla="*/ 0 w 4247296"/>
              <a:gd name="connsiteY0" fmla="*/ 0 h 9064059"/>
              <a:gd name="connsiteX1" fmla="*/ 4247296 w 4247296"/>
              <a:gd name="connsiteY1" fmla="*/ 0 h 9064059"/>
              <a:gd name="connsiteX2" fmla="*/ 4166257 w 4247296"/>
              <a:gd name="connsiteY2" fmla="*/ 9064059 h 9064059"/>
              <a:gd name="connsiteX3" fmla="*/ 0 w 4247296"/>
              <a:gd name="connsiteY3" fmla="*/ 8307126 h 9064059"/>
              <a:gd name="connsiteX4" fmla="*/ 0 w 4247296"/>
              <a:gd name="connsiteY4" fmla="*/ 0 h 9064059"/>
              <a:gd name="connsiteX0" fmla="*/ 0 w 4247296"/>
              <a:gd name="connsiteY0" fmla="*/ 0 h 9064059"/>
              <a:gd name="connsiteX1" fmla="*/ 4247296 w 4247296"/>
              <a:gd name="connsiteY1" fmla="*/ 0 h 9064059"/>
              <a:gd name="connsiteX2" fmla="*/ 4166257 w 4247296"/>
              <a:gd name="connsiteY2" fmla="*/ 9064059 h 9064059"/>
              <a:gd name="connsiteX3" fmla="*/ 2556703 w 4247296"/>
              <a:gd name="connsiteY3" fmla="*/ 8067108 h 9064059"/>
              <a:gd name="connsiteX4" fmla="*/ 0 w 4247296"/>
              <a:gd name="connsiteY4" fmla="*/ 0 h 9064059"/>
              <a:gd name="connsiteX0" fmla="*/ 0 w 4352548"/>
              <a:gd name="connsiteY0" fmla="*/ 1313472 h 9064059"/>
              <a:gd name="connsiteX1" fmla="*/ 4352548 w 4352548"/>
              <a:gd name="connsiteY1" fmla="*/ 0 h 9064059"/>
              <a:gd name="connsiteX2" fmla="*/ 4271509 w 4352548"/>
              <a:gd name="connsiteY2" fmla="*/ 9064059 h 9064059"/>
              <a:gd name="connsiteX3" fmla="*/ 2661955 w 4352548"/>
              <a:gd name="connsiteY3" fmla="*/ 8067108 h 9064059"/>
              <a:gd name="connsiteX4" fmla="*/ 0 w 4352548"/>
              <a:gd name="connsiteY4" fmla="*/ 1313472 h 9064059"/>
              <a:gd name="connsiteX0" fmla="*/ 0 w 4277372"/>
              <a:gd name="connsiteY0" fmla="*/ 1570615 h 9321202"/>
              <a:gd name="connsiteX1" fmla="*/ 4277372 w 4277372"/>
              <a:gd name="connsiteY1" fmla="*/ 0 h 9321202"/>
              <a:gd name="connsiteX2" fmla="*/ 4271509 w 4277372"/>
              <a:gd name="connsiteY2" fmla="*/ 9321202 h 9321202"/>
              <a:gd name="connsiteX3" fmla="*/ 2661955 w 4277372"/>
              <a:gd name="connsiteY3" fmla="*/ 8324251 h 9321202"/>
              <a:gd name="connsiteX4" fmla="*/ 0 w 4277372"/>
              <a:gd name="connsiteY4" fmla="*/ 1570615 h 9321202"/>
              <a:gd name="connsiteX0" fmla="*/ 0 w 4362310"/>
              <a:gd name="connsiteY0" fmla="*/ 1604479 h 9321202"/>
              <a:gd name="connsiteX1" fmla="*/ 4362310 w 4362310"/>
              <a:gd name="connsiteY1" fmla="*/ 0 h 9321202"/>
              <a:gd name="connsiteX2" fmla="*/ 4356447 w 4362310"/>
              <a:gd name="connsiteY2" fmla="*/ 9321202 h 9321202"/>
              <a:gd name="connsiteX3" fmla="*/ 2746893 w 4362310"/>
              <a:gd name="connsiteY3" fmla="*/ 8324251 h 9321202"/>
              <a:gd name="connsiteX4" fmla="*/ 0 w 4362310"/>
              <a:gd name="connsiteY4" fmla="*/ 1604479 h 9321202"/>
              <a:gd name="connsiteX0" fmla="*/ 0 w 4362310"/>
              <a:gd name="connsiteY0" fmla="*/ 1604479 h 9321202"/>
              <a:gd name="connsiteX1" fmla="*/ 4362310 w 4362310"/>
              <a:gd name="connsiteY1" fmla="*/ 0 h 9321202"/>
              <a:gd name="connsiteX2" fmla="*/ 4356447 w 4362310"/>
              <a:gd name="connsiteY2" fmla="*/ 9321202 h 9321202"/>
              <a:gd name="connsiteX3" fmla="*/ 2697485 w 4362310"/>
              <a:gd name="connsiteY3" fmla="*/ 8335000 h 9321202"/>
              <a:gd name="connsiteX4" fmla="*/ 0 w 4362310"/>
              <a:gd name="connsiteY4" fmla="*/ 1604479 h 9321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62310" h="9321202">
                <a:moveTo>
                  <a:pt x="0" y="1604479"/>
                </a:moveTo>
                <a:lnTo>
                  <a:pt x="4362310" y="0"/>
                </a:lnTo>
                <a:cubicBezTo>
                  <a:pt x="4360356" y="3107067"/>
                  <a:pt x="4358401" y="6214135"/>
                  <a:pt x="4356447" y="9321202"/>
                </a:cubicBezTo>
                <a:lnTo>
                  <a:pt x="2697485" y="8335000"/>
                </a:lnTo>
                <a:lnTo>
                  <a:pt x="0" y="1604479"/>
                </a:lnTo>
                <a:close/>
              </a:path>
            </a:pathLst>
          </a:cu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92000">
                <a:schemeClr val="tx1">
                  <a:lumMod val="85000"/>
                  <a:lumOff val="15000"/>
                </a:schemeClr>
              </a:gs>
            </a:gsLst>
            <a:path path="circle">
              <a:fillToRect l="100000" t="100000"/>
            </a:path>
          </a:gradFill>
          <a:ln w="38100">
            <a:gradFill>
              <a:gsLst>
                <a:gs pos="0">
                  <a:srgbClr val="FFFF00">
                    <a:alpha val="80000"/>
                  </a:srgbClr>
                </a:gs>
                <a:gs pos="54000">
                  <a:srgbClr val="0070C0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2" name="Pravokotni trikotnik 11">
            <a:extLst>
              <a:ext uri="{FF2B5EF4-FFF2-40B4-BE49-F238E27FC236}">
                <a16:creationId xmlns:a16="http://schemas.microsoft.com/office/drawing/2014/main" id="{54F1F0E0-FBBE-ACE0-8475-2ADF672A3C36}"/>
              </a:ext>
            </a:extLst>
          </p:cNvPr>
          <p:cNvSpPr/>
          <p:nvPr userDrawn="1"/>
        </p:nvSpPr>
        <p:spPr>
          <a:xfrm rot="10800000">
            <a:off x="10337800" y="-19236"/>
            <a:ext cx="1892301" cy="5912035"/>
          </a:xfrm>
          <a:prstGeom prst="rtTriangle">
            <a:avLst/>
          </a:prstGeom>
          <a:gradFill flip="none" rotWithShape="1">
            <a:gsLst>
              <a:gs pos="6000">
                <a:schemeClr val="tx1">
                  <a:lumMod val="95000"/>
                  <a:lumOff val="5000"/>
                </a:schemeClr>
              </a:gs>
              <a:gs pos="88000">
                <a:schemeClr val="tx1">
                  <a:lumMod val="75000"/>
                  <a:lumOff val="25000"/>
                </a:schemeClr>
              </a:gs>
            </a:gsLst>
            <a:lin ang="2700000" scaled="1"/>
            <a:tileRect/>
          </a:gradFill>
          <a:ln w="25400">
            <a:gradFill flip="none" rotWithShape="1">
              <a:gsLst>
                <a:gs pos="43000">
                  <a:srgbClr val="FFFF00"/>
                </a:gs>
                <a:gs pos="66000">
                  <a:schemeClr val="accent1">
                    <a:lumMod val="45000"/>
                    <a:lumOff val="55000"/>
                  </a:schemeClr>
                </a:gs>
                <a:gs pos="80000">
                  <a:schemeClr val="accent1">
                    <a:lumMod val="45000"/>
                    <a:lumOff val="55000"/>
                  </a:schemeClr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4" name="Pravokotnik 13">
            <a:extLst>
              <a:ext uri="{FF2B5EF4-FFF2-40B4-BE49-F238E27FC236}">
                <a16:creationId xmlns:a16="http://schemas.microsoft.com/office/drawing/2014/main" id="{513FD8E8-7ABD-F3EC-A2CD-8BE43996A938}"/>
              </a:ext>
            </a:extLst>
          </p:cNvPr>
          <p:cNvSpPr/>
          <p:nvPr userDrawn="1"/>
        </p:nvSpPr>
        <p:spPr>
          <a:xfrm rot="2019078">
            <a:off x="-739175" y="-1807678"/>
            <a:ext cx="6350459" cy="8178402"/>
          </a:xfrm>
          <a:custGeom>
            <a:avLst/>
            <a:gdLst>
              <a:gd name="connsiteX0" fmla="*/ 0 w 5153336"/>
              <a:gd name="connsiteY0" fmla="*/ 0 h 8307126"/>
              <a:gd name="connsiteX1" fmla="*/ 5153336 w 5153336"/>
              <a:gd name="connsiteY1" fmla="*/ 0 h 8307126"/>
              <a:gd name="connsiteX2" fmla="*/ 5153336 w 5153336"/>
              <a:gd name="connsiteY2" fmla="*/ 8307126 h 8307126"/>
              <a:gd name="connsiteX3" fmla="*/ 0 w 5153336"/>
              <a:gd name="connsiteY3" fmla="*/ 8307126 h 8307126"/>
              <a:gd name="connsiteX4" fmla="*/ 0 w 5153336"/>
              <a:gd name="connsiteY4" fmla="*/ 0 h 8307126"/>
              <a:gd name="connsiteX0" fmla="*/ 0 w 5761508"/>
              <a:gd name="connsiteY0" fmla="*/ 3440922 h 8307126"/>
              <a:gd name="connsiteX1" fmla="*/ 5761508 w 5761508"/>
              <a:gd name="connsiteY1" fmla="*/ 0 h 8307126"/>
              <a:gd name="connsiteX2" fmla="*/ 5761508 w 5761508"/>
              <a:gd name="connsiteY2" fmla="*/ 8307126 h 8307126"/>
              <a:gd name="connsiteX3" fmla="*/ 608172 w 5761508"/>
              <a:gd name="connsiteY3" fmla="*/ 8307126 h 8307126"/>
              <a:gd name="connsiteX4" fmla="*/ 0 w 5761508"/>
              <a:gd name="connsiteY4" fmla="*/ 3440922 h 8307126"/>
              <a:gd name="connsiteX0" fmla="*/ 0 w 5761508"/>
              <a:gd name="connsiteY0" fmla="*/ 3603033 h 8469237"/>
              <a:gd name="connsiteX1" fmla="*/ 5638336 w 5761508"/>
              <a:gd name="connsiteY1" fmla="*/ 0 h 8469237"/>
              <a:gd name="connsiteX2" fmla="*/ 5761508 w 5761508"/>
              <a:gd name="connsiteY2" fmla="*/ 8469237 h 8469237"/>
              <a:gd name="connsiteX3" fmla="*/ 608172 w 5761508"/>
              <a:gd name="connsiteY3" fmla="*/ 8469237 h 8469237"/>
              <a:gd name="connsiteX4" fmla="*/ 0 w 5761508"/>
              <a:gd name="connsiteY4" fmla="*/ 3603033 h 8469237"/>
              <a:gd name="connsiteX0" fmla="*/ 0 w 6223597"/>
              <a:gd name="connsiteY0" fmla="*/ 3603033 h 8469237"/>
              <a:gd name="connsiteX1" fmla="*/ 5638336 w 6223597"/>
              <a:gd name="connsiteY1" fmla="*/ 0 h 8469237"/>
              <a:gd name="connsiteX2" fmla="*/ 6223597 w 6223597"/>
              <a:gd name="connsiteY2" fmla="*/ 7490337 h 8469237"/>
              <a:gd name="connsiteX3" fmla="*/ 608172 w 6223597"/>
              <a:gd name="connsiteY3" fmla="*/ 8469237 h 8469237"/>
              <a:gd name="connsiteX4" fmla="*/ 0 w 6223597"/>
              <a:gd name="connsiteY4" fmla="*/ 3603033 h 8469237"/>
              <a:gd name="connsiteX0" fmla="*/ 0 w 6223597"/>
              <a:gd name="connsiteY0" fmla="*/ 3603033 h 7720436"/>
              <a:gd name="connsiteX1" fmla="*/ 5638336 w 6223597"/>
              <a:gd name="connsiteY1" fmla="*/ 0 h 7720436"/>
              <a:gd name="connsiteX2" fmla="*/ 6223597 w 6223597"/>
              <a:gd name="connsiteY2" fmla="*/ 7490337 h 7720436"/>
              <a:gd name="connsiteX3" fmla="*/ 2764355 w 6223597"/>
              <a:gd name="connsiteY3" fmla="*/ 7720436 h 7720436"/>
              <a:gd name="connsiteX4" fmla="*/ 0 w 6223597"/>
              <a:gd name="connsiteY4" fmla="*/ 3603033 h 7720436"/>
              <a:gd name="connsiteX0" fmla="*/ 0 w 6223597"/>
              <a:gd name="connsiteY0" fmla="*/ 3603033 h 8178402"/>
              <a:gd name="connsiteX1" fmla="*/ 5638336 w 6223597"/>
              <a:gd name="connsiteY1" fmla="*/ 0 h 8178402"/>
              <a:gd name="connsiteX2" fmla="*/ 6223597 w 6223597"/>
              <a:gd name="connsiteY2" fmla="*/ 7490337 h 8178402"/>
              <a:gd name="connsiteX3" fmla="*/ 2855626 w 6223597"/>
              <a:gd name="connsiteY3" fmla="*/ 8178402 h 8178402"/>
              <a:gd name="connsiteX4" fmla="*/ 0 w 6223597"/>
              <a:gd name="connsiteY4" fmla="*/ 3603033 h 8178402"/>
              <a:gd name="connsiteX0" fmla="*/ 0 w 6350459"/>
              <a:gd name="connsiteY0" fmla="*/ 3687483 h 8178402"/>
              <a:gd name="connsiteX1" fmla="*/ 5765198 w 6350459"/>
              <a:gd name="connsiteY1" fmla="*/ 0 h 8178402"/>
              <a:gd name="connsiteX2" fmla="*/ 6350459 w 6350459"/>
              <a:gd name="connsiteY2" fmla="*/ 7490337 h 8178402"/>
              <a:gd name="connsiteX3" fmla="*/ 2982488 w 6350459"/>
              <a:gd name="connsiteY3" fmla="*/ 8178402 h 8178402"/>
              <a:gd name="connsiteX4" fmla="*/ 0 w 6350459"/>
              <a:gd name="connsiteY4" fmla="*/ 3687483 h 8178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50459" h="8178402">
                <a:moveTo>
                  <a:pt x="0" y="3687483"/>
                </a:moveTo>
                <a:lnTo>
                  <a:pt x="5765198" y="0"/>
                </a:lnTo>
                <a:lnTo>
                  <a:pt x="6350459" y="7490337"/>
                </a:lnTo>
                <a:lnTo>
                  <a:pt x="2982488" y="8178402"/>
                </a:lnTo>
                <a:lnTo>
                  <a:pt x="0" y="3687483"/>
                </a:lnTo>
                <a:close/>
              </a:path>
            </a:pathLst>
          </a:custGeom>
          <a:gradFill>
            <a:gsLst>
              <a:gs pos="15000">
                <a:schemeClr val="tx1">
                  <a:lumMod val="95000"/>
                  <a:lumOff val="5000"/>
                </a:schemeClr>
              </a:gs>
              <a:gs pos="100000">
                <a:schemeClr val="bg2">
                  <a:lumMod val="25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1" name="Pravokotni trikotnik 10">
            <a:extLst>
              <a:ext uri="{FF2B5EF4-FFF2-40B4-BE49-F238E27FC236}">
                <a16:creationId xmlns:a16="http://schemas.microsoft.com/office/drawing/2014/main" id="{931AB618-0102-BA03-72AC-BC51E535727D}"/>
              </a:ext>
            </a:extLst>
          </p:cNvPr>
          <p:cNvSpPr/>
          <p:nvPr userDrawn="1"/>
        </p:nvSpPr>
        <p:spPr>
          <a:xfrm rot="16200000" flipH="1" flipV="1">
            <a:off x="3827787" y="-3903988"/>
            <a:ext cx="2021823" cy="9753600"/>
          </a:xfrm>
          <a:prstGeom prst="rtTriangle">
            <a:avLst/>
          </a:prstGeom>
          <a:gradFill flip="none" rotWithShape="1">
            <a:gsLst>
              <a:gs pos="98000">
                <a:schemeClr val="tx1">
                  <a:lumMod val="75000"/>
                  <a:lumOff val="25000"/>
                </a:schemeClr>
              </a:gs>
              <a:gs pos="4000">
                <a:schemeClr val="bg2">
                  <a:lumMod val="50000"/>
                </a:schemeClr>
              </a:gs>
            </a:gsLst>
            <a:path path="rect">
              <a:fillToRect l="100000" t="100000"/>
            </a:path>
            <a:tileRect r="-100000" b="-100000"/>
          </a:gradFill>
          <a:ln w="25400">
            <a:gradFill>
              <a:gsLst>
                <a:gs pos="43000">
                  <a:srgbClr val="FFFF00"/>
                </a:gs>
                <a:gs pos="66000">
                  <a:schemeClr val="accent1">
                    <a:lumMod val="45000"/>
                    <a:lumOff val="55000"/>
                  </a:schemeClr>
                </a:gs>
                <a:gs pos="80000">
                  <a:schemeClr val="accent1">
                    <a:lumMod val="45000"/>
                    <a:lumOff val="55000"/>
                  </a:schemeClr>
                </a:gs>
                <a:gs pos="94000">
                  <a:schemeClr val="accent4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32946D4B-978B-3F17-B624-4B2DEA79E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633" y="405423"/>
            <a:ext cx="10608733" cy="964141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Caladea" panose="02040503050406030204" pitchFamily="18" charset="-18"/>
                <a:cs typeface="Times New Roman" panose="02020603050405020304" pitchFamily="18" charset="0"/>
              </a:defRPr>
            </a:lvl1pPr>
          </a:lstStyle>
          <a:p>
            <a:r>
              <a:rPr lang="sl-SI" dirty="0"/>
              <a:t>Kliknite, če želite urediti slog naslova matrice</a:t>
            </a:r>
          </a:p>
        </p:txBody>
      </p:sp>
      <p:sp>
        <p:nvSpPr>
          <p:cNvPr id="7" name="Označba mesta grafikona 6">
            <a:extLst>
              <a:ext uri="{FF2B5EF4-FFF2-40B4-BE49-F238E27FC236}">
                <a16:creationId xmlns:a16="http://schemas.microsoft.com/office/drawing/2014/main" id="{23CCB418-22C2-2905-808E-F2501BEE798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791633" y="1988606"/>
            <a:ext cx="5177367" cy="43444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1pPr>
          </a:lstStyle>
          <a:p>
            <a:endParaRPr lang="sl-SI"/>
          </a:p>
        </p:txBody>
      </p:sp>
      <p:sp>
        <p:nvSpPr>
          <p:cNvPr id="9" name="Označba mesta besedila 8">
            <a:extLst>
              <a:ext uri="{FF2B5EF4-FFF2-40B4-BE49-F238E27FC236}">
                <a16:creationId xmlns:a16="http://schemas.microsoft.com/office/drawing/2014/main" id="{C75F0E36-4F0F-3319-FBB9-7193F69BA5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22998" y="1988606"/>
            <a:ext cx="5177368" cy="43444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1pPr>
            <a:lvl2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2pPr>
            <a:lvl3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3pPr>
            <a:lvl4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4pPr>
            <a:lvl5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5pPr>
          </a:lstStyle>
          <a:p>
            <a:pPr lvl="0"/>
            <a:r>
              <a:rPr lang="sl-SI" dirty="0"/>
              <a:t>Kliknite za urejanje slogov besedila matrice</a:t>
            </a:r>
          </a:p>
          <a:p>
            <a:pPr lvl="1"/>
            <a:r>
              <a:rPr lang="sl-SI" dirty="0"/>
              <a:t>Druga raven</a:t>
            </a:r>
          </a:p>
          <a:p>
            <a:pPr lvl="2"/>
            <a:r>
              <a:rPr lang="sl-SI" dirty="0"/>
              <a:t>Tretja raven</a:t>
            </a:r>
          </a:p>
          <a:p>
            <a:pPr lvl="3"/>
            <a:r>
              <a:rPr lang="sl-SI" dirty="0"/>
              <a:t>Četrta raven</a:t>
            </a:r>
          </a:p>
          <a:p>
            <a:pPr lvl="4"/>
            <a:r>
              <a:rPr lang="sl-SI" dirty="0"/>
              <a:t>Peta raven</a:t>
            </a:r>
          </a:p>
        </p:txBody>
      </p:sp>
      <p:sp>
        <p:nvSpPr>
          <p:cNvPr id="13" name="Pravokotni trikotnik 12">
            <a:extLst>
              <a:ext uri="{FF2B5EF4-FFF2-40B4-BE49-F238E27FC236}">
                <a16:creationId xmlns:a16="http://schemas.microsoft.com/office/drawing/2014/main" id="{D5516D83-CC6D-2F29-E132-AF837433BF47}"/>
              </a:ext>
            </a:extLst>
          </p:cNvPr>
          <p:cNvSpPr/>
          <p:nvPr userDrawn="1"/>
        </p:nvSpPr>
        <p:spPr>
          <a:xfrm>
            <a:off x="-38100" y="5283200"/>
            <a:ext cx="8648700" cy="1599589"/>
          </a:xfrm>
          <a:prstGeom prst="rtTriangle">
            <a:avLst/>
          </a:prstGeom>
          <a:gradFill>
            <a:gsLst>
              <a:gs pos="78000">
                <a:schemeClr val="tx1">
                  <a:lumMod val="75000"/>
                  <a:lumOff val="25000"/>
                </a:schemeClr>
              </a:gs>
              <a:gs pos="11000">
                <a:schemeClr val="tx1">
                  <a:lumMod val="65000"/>
                  <a:lumOff val="35000"/>
                </a:schemeClr>
              </a:gs>
            </a:gsLst>
            <a:lin ang="5400000" scaled="1"/>
          </a:gradFill>
          <a:ln w="44450">
            <a:gradFill>
              <a:gsLst>
                <a:gs pos="6000">
                  <a:srgbClr val="FFFF00"/>
                </a:gs>
                <a:gs pos="35000">
                  <a:srgbClr val="0070C0"/>
                </a:gs>
                <a:gs pos="84000">
                  <a:schemeClr val="accent4"/>
                </a:gs>
              </a:gsLst>
              <a:lin ang="5400000" scaled="1"/>
            </a:gradFill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2375063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sti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ravokotnik 13">
            <a:extLst>
              <a:ext uri="{FF2B5EF4-FFF2-40B4-BE49-F238E27FC236}">
                <a16:creationId xmlns:a16="http://schemas.microsoft.com/office/drawing/2014/main" id="{976680E1-CE93-A21B-6E1B-7C8E496003FA}"/>
              </a:ext>
            </a:extLst>
          </p:cNvPr>
          <p:cNvSpPr/>
          <p:nvPr userDrawn="1"/>
        </p:nvSpPr>
        <p:spPr>
          <a:xfrm rot="19501767">
            <a:off x="4695440" y="-3184264"/>
            <a:ext cx="7842874" cy="9389047"/>
          </a:xfrm>
          <a:custGeom>
            <a:avLst/>
            <a:gdLst>
              <a:gd name="connsiteX0" fmla="*/ 0 w 7047996"/>
              <a:gd name="connsiteY0" fmla="*/ 0 h 9013161"/>
              <a:gd name="connsiteX1" fmla="*/ 7047996 w 7047996"/>
              <a:gd name="connsiteY1" fmla="*/ 0 h 9013161"/>
              <a:gd name="connsiteX2" fmla="*/ 7047996 w 7047996"/>
              <a:gd name="connsiteY2" fmla="*/ 9013161 h 9013161"/>
              <a:gd name="connsiteX3" fmla="*/ 0 w 7047996"/>
              <a:gd name="connsiteY3" fmla="*/ 9013161 h 9013161"/>
              <a:gd name="connsiteX4" fmla="*/ 0 w 7047996"/>
              <a:gd name="connsiteY4" fmla="*/ 0 h 9013161"/>
              <a:gd name="connsiteX0" fmla="*/ 0 w 7445320"/>
              <a:gd name="connsiteY0" fmla="*/ 0 h 9013161"/>
              <a:gd name="connsiteX1" fmla="*/ 7445320 w 7445320"/>
              <a:gd name="connsiteY1" fmla="*/ 5237349 h 9013161"/>
              <a:gd name="connsiteX2" fmla="*/ 7047996 w 7445320"/>
              <a:gd name="connsiteY2" fmla="*/ 9013161 h 9013161"/>
              <a:gd name="connsiteX3" fmla="*/ 0 w 7445320"/>
              <a:gd name="connsiteY3" fmla="*/ 9013161 h 9013161"/>
              <a:gd name="connsiteX4" fmla="*/ 0 w 7445320"/>
              <a:gd name="connsiteY4" fmla="*/ 0 h 9013161"/>
              <a:gd name="connsiteX0" fmla="*/ 199605 w 7445320"/>
              <a:gd name="connsiteY0" fmla="*/ 0 h 9431486"/>
              <a:gd name="connsiteX1" fmla="*/ 7445320 w 7445320"/>
              <a:gd name="connsiteY1" fmla="*/ 5655674 h 9431486"/>
              <a:gd name="connsiteX2" fmla="*/ 7047996 w 7445320"/>
              <a:gd name="connsiteY2" fmla="*/ 9431486 h 9431486"/>
              <a:gd name="connsiteX3" fmla="*/ 0 w 7445320"/>
              <a:gd name="connsiteY3" fmla="*/ 9431486 h 9431486"/>
              <a:gd name="connsiteX4" fmla="*/ 199605 w 7445320"/>
              <a:gd name="connsiteY4" fmla="*/ 0 h 9431486"/>
              <a:gd name="connsiteX0" fmla="*/ 199605 w 7617913"/>
              <a:gd name="connsiteY0" fmla="*/ 0 h 9431486"/>
              <a:gd name="connsiteX1" fmla="*/ 7617913 w 7617913"/>
              <a:gd name="connsiteY1" fmla="*/ 5342441 h 9431486"/>
              <a:gd name="connsiteX2" fmla="*/ 7047996 w 7617913"/>
              <a:gd name="connsiteY2" fmla="*/ 9431486 h 9431486"/>
              <a:gd name="connsiteX3" fmla="*/ 0 w 7617913"/>
              <a:gd name="connsiteY3" fmla="*/ 9431486 h 9431486"/>
              <a:gd name="connsiteX4" fmla="*/ 199605 w 7617913"/>
              <a:gd name="connsiteY4" fmla="*/ 0 h 9431486"/>
              <a:gd name="connsiteX0" fmla="*/ 199605 w 7639750"/>
              <a:gd name="connsiteY0" fmla="*/ 0 h 9431486"/>
              <a:gd name="connsiteX1" fmla="*/ 7639750 w 7639750"/>
              <a:gd name="connsiteY1" fmla="*/ 5311220 h 9431486"/>
              <a:gd name="connsiteX2" fmla="*/ 7047996 w 7639750"/>
              <a:gd name="connsiteY2" fmla="*/ 9431486 h 9431486"/>
              <a:gd name="connsiteX3" fmla="*/ 0 w 7639750"/>
              <a:gd name="connsiteY3" fmla="*/ 9431486 h 9431486"/>
              <a:gd name="connsiteX4" fmla="*/ 199605 w 7639750"/>
              <a:gd name="connsiteY4" fmla="*/ 0 h 9431486"/>
              <a:gd name="connsiteX0" fmla="*/ 199605 w 7651180"/>
              <a:gd name="connsiteY0" fmla="*/ 0 h 9431486"/>
              <a:gd name="connsiteX1" fmla="*/ 7651180 w 7651180"/>
              <a:gd name="connsiteY1" fmla="*/ 5272720 h 9431486"/>
              <a:gd name="connsiteX2" fmla="*/ 7047996 w 7651180"/>
              <a:gd name="connsiteY2" fmla="*/ 9431486 h 9431486"/>
              <a:gd name="connsiteX3" fmla="*/ 0 w 7651180"/>
              <a:gd name="connsiteY3" fmla="*/ 9431486 h 9431486"/>
              <a:gd name="connsiteX4" fmla="*/ 199605 w 7651180"/>
              <a:gd name="connsiteY4" fmla="*/ 0 h 9431486"/>
              <a:gd name="connsiteX0" fmla="*/ 199605 w 7651180"/>
              <a:gd name="connsiteY0" fmla="*/ 0 h 9431486"/>
              <a:gd name="connsiteX1" fmla="*/ 7651180 w 7651180"/>
              <a:gd name="connsiteY1" fmla="*/ 5272720 h 9431486"/>
              <a:gd name="connsiteX2" fmla="*/ 7047996 w 7651180"/>
              <a:gd name="connsiteY2" fmla="*/ 9431486 h 9431486"/>
              <a:gd name="connsiteX3" fmla="*/ 0 w 7651180"/>
              <a:gd name="connsiteY3" fmla="*/ 9431486 h 9431486"/>
              <a:gd name="connsiteX4" fmla="*/ 199605 w 7651180"/>
              <a:gd name="connsiteY4" fmla="*/ 0 h 9431486"/>
              <a:gd name="connsiteX0" fmla="*/ 199605 w 7665737"/>
              <a:gd name="connsiteY0" fmla="*/ 0 h 9431486"/>
              <a:gd name="connsiteX1" fmla="*/ 7665737 w 7665737"/>
              <a:gd name="connsiteY1" fmla="*/ 5251906 h 9431486"/>
              <a:gd name="connsiteX2" fmla="*/ 7047996 w 7665737"/>
              <a:gd name="connsiteY2" fmla="*/ 9431486 h 9431486"/>
              <a:gd name="connsiteX3" fmla="*/ 0 w 7665737"/>
              <a:gd name="connsiteY3" fmla="*/ 9431486 h 9431486"/>
              <a:gd name="connsiteX4" fmla="*/ 199605 w 7665737"/>
              <a:gd name="connsiteY4" fmla="*/ 0 h 9431486"/>
              <a:gd name="connsiteX0" fmla="*/ 199605 w 7665737"/>
              <a:gd name="connsiteY0" fmla="*/ 0 h 9431486"/>
              <a:gd name="connsiteX1" fmla="*/ 7665737 w 7665737"/>
              <a:gd name="connsiteY1" fmla="*/ 5251906 h 9431486"/>
              <a:gd name="connsiteX2" fmla="*/ 5186636 w 7665737"/>
              <a:gd name="connsiteY2" fmla="*/ 9322939 h 9431486"/>
              <a:gd name="connsiteX3" fmla="*/ 0 w 7665737"/>
              <a:gd name="connsiteY3" fmla="*/ 9431486 h 9431486"/>
              <a:gd name="connsiteX4" fmla="*/ 199605 w 7665737"/>
              <a:gd name="connsiteY4" fmla="*/ 0 h 9431486"/>
              <a:gd name="connsiteX0" fmla="*/ 199605 w 7912377"/>
              <a:gd name="connsiteY0" fmla="*/ 0 h 9431486"/>
              <a:gd name="connsiteX1" fmla="*/ 7912377 w 7912377"/>
              <a:gd name="connsiteY1" fmla="*/ 5408918 h 9431486"/>
              <a:gd name="connsiteX2" fmla="*/ 5186636 w 7912377"/>
              <a:gd name="connsiteY2" fmla="*/ 9322939 h 9431486"/>
              <a:gd name="connsiteX3" fmla="*/ 0 w 7912377"/>
              <a:gd name="connsiteY3" fmla="*/ 9431486 h 9431486"/>
              <a:gd name="connsiteX4" fmla="*/ 199605 w 7912377"/>
              <a:gd name="connsiteY4" fmla="*/ 0 h 9431486"/>
              <a:gd name="connsiteX0" fmla="*/ 10639 w 7723411"/>
              <a:gd name="connsiteY0" fmla="*/ 0 h 9322939"/>
              <a:gd name="connsiteX1" fmla="*/ 7723411 w 7723411"/>
              <a:gd name="connsiteY1" fmla="*/ 5408918 h 9322939"/>
              <a:gd name="connsiteX2" fmla="*/ 4997670 w 7723411"/>
              <a:gd name="connsiteY2" fmla="*/ 9322939 h 9322939"/>
              <a:gd name="connsiteX3" fmla="*/ 0 w 7723411"/>
              <a:gd name="connsiteY3" fmla="*/ 8385788 h 9322939"/>
              <a:gd name="connsiteX4" fmla="*/ 10639 w 7723411"/>
              <a:gd name="connsiteY4" fmla="*/ 0 h 9322939"/>
              <a:gd name="connsiteX0" fmla="*/ 10639 w 7723411"/>
              <a:gd name="connsiteY0" fmla="*/ 0 h 9331241"/>
              <a:gd name="connsiteX1" fmla="*/ 7723411 w 7723411"/>
              <a:gd name="connsiteY1" fmla="*/ 5408918 h 9331241"/>
              <a:gd name="connsiteX2" fmla="*/ 5053856 w 7723411"/>
              <a:gd name="connsiteY2" fmla="*/ 9331241 h 9331241"/>
              <a:gd name="connsiteX3" fmla="*/ 0 w 7723411"/>
              <a:gd name="connsiteY3" fmla="*/ 8385788 h 9331241"/>
              <a:gd name="connsiteX4" fmla="*/ 10639 w 7723411"/>
              <a:gd name="connsiteY4" fmla="*/ 0 h 9331241"/>
              <a:gd name="connsiteX0" fmla="*/ 10639 w 7814287"/>
              <a:gd name="connsiteY0" fmla="*/ 0 h 9331241"/>
              <a:gd name="connsiteX1" fmla="*/ 7814287 w 7814287"/>
              <a:gd name="connsiteY1" fmla="*/ 5441484 h 9331241"/>
              <a:gd name="connsiteX2" fmla="*/ 5053856 w 7814287"/>
              <a:gd name="connsiteY2" fmla="*/ 9331241 h 9331241"/>
              <a:gd name="connsiteX3" fmla="*/ 0 w 7814287"/>
              <a:gd name="connsiteY3" fmla="*/ 8385788 h 9331241"/>
              <a:gd name="connsiteX4" fmla="*/ 10639 w 7814287"/>
              <a:gd name="connsiteY4" fmla="*/ 0 h 9331241"/>
              <a:gd name="connsiteX0" fmla="*/ 10639 w 7814287"/>
              <a:gd name="connsiteY0" fmla="*/ 0 h 9327071"/>
              <a:gd name="connsiteX1" fmla="*/ 7814287 w 7814287"/>
              <a:gd name="connsiteY1" fmla="*/ 5441484 h 9327071"/>
              <a:gd name="connsiteX2" fmla="*/ 5077439 w 7814287"/>
              <a:gd name="connsiteY2" fmla="*/ 9327071 h 9327071"/>
              <a:gd name="connsiteX3" fmla="*/ 0 w 7814287"/>
              <a:gd name="connsiteY3" fmla="*/ 8385788 h 9327071"/>
              <a:gd name="connsiteX4" fmla="*/ 10639 w 7814287"/>
              <a:gd name="connsiteY4" fmla="*/ 0 h 9327071"/>
              <a:gd name="connsiteX0" fmla="*/ 23555 w 7814287"/>
              <a:gd name="connsiteY0" fmla="*/ 0 h 9389047"/>
              <a:gd name="connsiteX1" fmla="*/ 7814287 w 7814287"/>
              <a:gd name="connsiteY1" fmla="*/ 5503460 h 9389047"/>
              <a:gd name="connsiteX2" fmla="*/ 5077439 w 7814287"/>
              <a:gd name="connsiteY2" fmla="*/ 9389047 h 9389047"/>
              <a:gd name="connsiteX3" fmla="*/ 0 w 7814287"/>
              <a:gd name="connsiteY3" fmla="*/ 8447764 h 9389047"/>
              <a:gd name="connsiteX4" fmla="*/ 23555 w 7814287"/>
              <a:gd name="connsiteY4" fmla="*/ 0 h 9389047"/>
              <a:gd name="connsiteX0" fmla="*/ 23555 w 7842874"/>
              <a:gd name="connsiteY0" fmla="*/ 0 h 9389047"/>
              <a:gd name="connsiteX1" fmla="*/ 7842874 w 7842874"/>
              <a:gd name="connsiteY1" fmla="*/ 5462589 h 9389047"/>
              <a:gd name="connsiteX2" fmla="*/ 5077439 w 7842874"/>
              <a:gd name="connsiteY2" fmla="*/ 9389047 h 9389047"/>
              <a:gd name="connsiteX3" fmla="*/ 0 w 7842874"/>
              <a:gd name="connsiteY3" fmla="*/ 8447764 h 9389047"/>
              <a:gd name="connsiteX4" fmla="*/ 23555 w 7842874"/>
              <a:gd name="connsiteY4" fmla="*/ 0 h 9389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42874" h="9389047">
                <a:moveTo>
                  <a:pt x="23555" y="0"/>
                </a:moveTo>
                <a:lnTo>
                  <a:pt x="7842874" y="5462589"/>
                </a:lnTo>
                <a:lnTo>
                  <a:pt x="5077439" y="9389047"/>
                </a:lnTo>
                <a:lnTo>
                  <a:pt x="0" y="8447764"/>
                </a:lnTo>
                <a:cubicBezTo>
                  <a:pt x="3546" y="5652501"/>
                  <a:pt x="20009" y="2795263"/>
                  <a:pt x="23555" y="0"/>
                </a:cubicBezTo>
                <a:close/>
              </a:path>
            </a:pathLst>
          </a:custGeom>
          <a:gradFill>
            <a:gsLst>
              <a:gs pos="95000">
                <a:srgbClr val="3A3A3A"/>
              </a:gs>
              <a:gs pos="17000">
                <a:schemeClr val="tx1"/>
              </a:gs>
            </a:gsLst>
            <a:path path="circle">
              <a:fillToRect l="100000" t="100000"/>
            </a:path>
          </a:gradFill>
          <a:ln w="28575">
            <a:gradFill>
              <a:gsLst>
                <a:gs pos="0">
                  <a:srgbClr val="FFFF00">
                    <a:alpha val="90000"/>
                  </a:srgbClr>
                </a:gs>
                <a:gs pos="51000">
                  <a:srgbClr val="0070C0"/>
                </a:gs>
                <a:gs pos="100000">
                  <a:schemeClr val="accent4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 dirty="0"/>
          </a:p>
        </p:txBody>
      </p:sp>
      <p:sp>
        <p:nvSpPr>
          <p:cNvPr id="10" name="Pravokotni trikotnik 9">
            <a:extLst>
              <a:ext uri="{FF2B5EF4-FFF2-40B4-BE49-F238E27FC236}">
                <a16:creationId xmlns:a16="http://schemas.microsoft.com/office/drawing/2014/main" id="{BA952FDE-4F05-5386-43D1-A48BF984A1A0}"/>
              </a:ext>
            </a:extLst>
          </p:cNvPr>
          <p:cNvSpPr/>
          <p:nvPr userDrawn="1"/>
        </p:nvSpPr>
        <p:spPr>
          <a:xfrm rot="16200000">
            <a:off x="7023101" y="1689100"/>
            <a:ext cx="2425700" cy="7912100"/>
          </a:xfrm>
          <a:prstGeom prst="rtTriangle">
            <a:avLst/>
          </a:prstGeom>
          <a:gradFill>
            <a:gsLst>
              <a:gs pos="100000">
                <a:schemeClr val="tx1">
                  <a:lumMod val="65000"/>
                  <a:lumOff val="35000"/>
                </a:schemeClr>
              </a:gs>
              <a:gs pos="80000">
                <a:schemeClr val="bg2">
                  <a:lumMod val="25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1" name="Pravokotni trikotnik 10">
            <a:extLst>
              <a:ext uri="{FF2B5EF4-FFF2-40B4-BE49-F238E27FC236}">
                <a16:creationId xmlns:a16="http://schemas.microsoft.com/office/drawing/2014/main" id="{A1CF9E67-E42F-488A-ACD5-F58232B6048B}"/>
              </a:ext>
            </a:extLst>
          </p:cNvPr>
          <p:cNvSpPr/>
          <p:nvPr userDrawn="1"/>
        </p:nvSpPr>
        <p:spPr>
          <a:xfrm>
            <a:off x="-114303" y="4165601"/>
            <a:ext cx="4089403" cy="2717800"/>
          </a:xfrm>
          <a:prstGeom prst="rtTriangle">
            <a:avLst/>
          </a:prstGeom>
          <a:gradFill flip="none" rotWithShape="1">
            <a:gsLst>
              <a:gs pos="23000">
                <a:schemeClr val="tx1">
                  <a:lumMod val="75000"/>
                  <a:lumOff val="25000"/>
                </a:schemeClr>
              </a:gs>
              <a:gs pos="4000">
                <a:schemeClr val="bg2">
                  <a:lumMod val="5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25400">
            <a:gradFill>
              <a:gsLst>
                <a:gs pos="43000">
                  <a:srgbClr val="FFFF00"/>
                </a:gs>
                <a:gs pos="66000">
                  <a:schemeClr val="accent1">
                    <a:lumMod val="45000"/>
                    <a:lumOff val="55000"/>
                  </a:schemeClr>
                </a:gs>
                <a:gs pos="80000">
                  <a:schemeClr val="accent1">
                    <a:lumMod val="45000"/>
                    <a:lumOff val="55000"/>
                  </a:schemeClr>
                </a:gs>
                <a:gs pos="94000">
                  <a:schemeClr val="accent4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2" name="Pravokotni trikotnik 11">
            <a:extLst>
              <a:ext uri="{FF2B5EF4-FFF2-40B4-BE49-F238E27FC236}">
                <a16:creationId xmlns:a16="http://schemas.microsoft.com/office/drawing/2014/main" id="{8B4FA504-3BE7-DED6-C733-7D86EB69B986}"/>
              </a:ext>
            </a:extLst>
          </p:cNvPr>
          <p:cNvSpPr/>
          <p:nvPr userDrawn="1"/>
        </p:nvSpPr>
        <p:spPr>
          <a:xfrm rot="10800000">
            <a:off x="5613400" y="-63501"/>
            <a:ext cx="6629400" cy="1943100"/>
          </a:xfrm>
          <a:prstGeom prst="rtTriangle">
            <a:avLst/>
          </a:prstGeom>
          <a:gradFill flip="none" rotWithShape="1">
            <a:gsLst>
              <a:gs pos="6000">
                <a:schemeClr val="tx1">
                  <a:lumMod val="95000"/>
                  <a:lumOff val="5000"/>
                </a:schemeClr>
              </a:gs>
              <a:gs pos="88000">
                <a:schemeClr val="tx1">
                  <a:lumMod val="75000"/>
                  <a:lumOff val="25000"/>
                </a:schemeClr>
              </a:gs>
            </a:gsLst>
            <a:lin ang="2700000" scaled="1"/>
            <a:tileRect/>
          </a:gradFill>
          <a:ln w="25400">
            <a:gradFill flip="none" rotWithShape="1">
              <a:gsLst>
                <a:gs pos="43000">
                  <a:srgbClr val="FFFF00"/>
                </a:gs>
                <a:gs pos="66000">
                  <a:schemeClr val="accent1">
                    <a:lumMod val="45000"/>
                    <a:lumOff val="55000"/>
                  </a:schemeClr>
                </a:gs>
                <a:gs pos="80000">
                  <a:schemeClr val="accent1">
                    <a:lumMod val="45000"/>
                    <a:lumOff val="55000"/>
                  </a:schemeClr>
                </a:gs>
                <a:gs pos="94000">
                  <a:schemeClr val="accent4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13" name="Pravokotni trikotnik 12">
            <a:extLst>
              <a:ext uri="{FF2B5EF4-FFF2-40B4-BE49-F238E27FC236}">
                <a16:creationId xmlns:a16="http://schemas.microsoft.com/office/drawing/2014/main" id="{437F4180-2D35-8B08-896E-9153382CE951}"/>
              </a:ext>
            </a:extLst>
          </p:cNvPr>
          <p:cNvSpPr/>
          <p:nvPr userDrawn="1"/>
        </p:nvSpPr>
        <p:spPr>
          <a:xfrm rot="5400000">
            <a:off x="850898" y="-1003300"/>
            <a:ext cx="2514603" cy="4343401"/>
          </a:xfrm>
          <a:prstGeom prst="rtTriangle">
            <a:avLst/>
          </a:prstGeom>
          <a:gradFill>
            <a:gsLst>
              <a:gs pos="100000">
                <a:schemeClr val="tx1"/>
              </a:gs>
              <a:gs pos="3000">
                <a:schemeClr val="tx1">
                  <a:lumMod val="65000"/>
                  <a:lumOff val="35000"/>
                </a:schemeClr>
              </a:gs>
            </a:gsLst>
            <a:lin ang="5400000" scaled="1"/>
          </a:gradFill>
          <a:ln w="44450">
            <a:gradFill>
              <a:gsLst>
                <a:gs pos="6000">
                  <a:srgbClr val="FFFF00"/>
                </a:gs>
                <a:gs pos="35000">
                  <a:srgbClr val="0070C0"/>
                </a:gs>
                <a:gs pos="84000">
                  <a:schemeClr val="accent4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l-SI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32946D4B-978B-3F17-B624-4B2DEA79E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632" y="214923"/>
            <a:ext cx="10608733" cy="964141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Caladea" panose="02040503050406030204" pitchFamily="18" charset="-18"/>
                <a:cs typeface="Times New Roman" panose="02020603050405020304" pitchFamily="18" charset="0"/>
              </a:defRPr>
            </a:lvl1pPr>
          </a:lstStyle>
          <a:p>
            <a:r>
              <a:rPr lang="sl-SI" dirty="0"/>
              <a:t>Kliknite, če želite urediti slog naslova matrice</a:t>
            </a:r>
          </a:p>
        </p:txBody>
      </p:sp>
      <p:sp>
        <p:nvSpPr>
          <p:cNvPr id="7" name="Označba mesta grafikona 6">
            <a:extLst>
              <a:ext uri="{FF2B5EF4-FFF2-40B4-BE49-F238E27FC236}">
                <a16:creationId xmlns:a16="http://schemas.microsoft.com/office/drawing/2014/main" id="{23CCB418-22C2-2905-808E-F2501BEE798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1661582" y="1717672"/>
            <a:ext cx="8868834" cy="43444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Caladea" panose="02040503050406030204" pitchFamily="18" charset="-18"/>
              </a:defRPr>
            </a:lvl1pPr>
          </a:lstStyle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355791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1895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49" r:id="rId2"/>
    <p:sldLayoutId id="2147483650" r:id="rId3"/>
    <p:sldLayoutId id="2147483660" r:id="rId4"/>
    <p:sldLayoutId id="2147483662" r:id="rId5"/>
    <p:sldLayoutId id="2147483667" r:id="rId6"/>
    <p:sldLayoutId id="2147483661" r:id="rId7"/>
    <p:sldLayoutId id="2147483663" r:id="rId8"/>
    <p:sldLayoutId id="2147483668" r:id="rId9"/>
    <p:sldLayoutId id="2147483664" r:id="rId10"/>
    <p:sldLayoutId id="2147483665" r:id="rId11"/>
  </p:sldLayoutIdLst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l-S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oljeZBesedilom 1">
            <a:extLst>
              <a:ext uri="{FF2B5EF4-FFF2-40B4-BE49-F238E27FC236}">
                <a16:creationId xmlns:a16="http://schemas.microsoft.com/office/drawing/2014/main" id="{B911022C-1AF0-FD88-F558-C21E81B85FAE}"/>
              </a:ext>
            </a:extLst>
          </p:cNvPr>
          <p:cNvSpPr txBox="1"/>
          <p:nvPr/>
        </p:nvSpPr>
        <p:spPr>
          <a:xfrm>
            <a:off x="79899" y="5576145"/>
            <a:ext cx="425240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l-SI" dirty="0">
                <a:solidFill>
                  <a:schemeClr val="bg1"/>
                </a:solidFill>
              </a:rPr>
              <a:t>Avtor: Marko Zver</a:t>
            </a:r>
          </a:p>
          <a:p>
            <a:r>
              <a:rPr lang="sl-SI" dirty="0">
                <a:solidFill>
                  <a:schemeClr val="bg1"/>
                </a:solidFill>
              </a:rPr>
              <a:t>Predmet: </a:t>
            </a:r>
            <a:r>
              <a:rPr lang="en-US" dirty="0" err="1">
                <a:solidFill>
                  <a:schemeClr val="bg1"/>
                </a:solidFill>
              </a:rPr>
              <a:t>Praktično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izobraževanje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sl-SI" dirty="0">
                <a:solidFill>
                  <a:schemeClr val="bg1"/>
                </a:solidFill>
              </a:rPr>
              <a:t>2</a:t>
            </a:r>
          </a:p>
          <a:p>
            <a:r>
              <a:rPr lang="sl-SI" dirty="0">
                <a:solidFill>
                  <a:schemeClr val="bg1"/>
                </a:solidFill>
              </a:rPr>
              <a:t>Mentor: dr. Branko Škafar </a:t>
            </a:r>
            <a:r>
              <a:rPr lang="sl-SI" sz="18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univ. dipl. ekon.</a:t>
            </a:r>
            <a:endParaRPr lang="sl-SI" dirty="0">
              <a:solidFill>
                <a:schemeClr val="bg1"/>
              </a:solidFill>
            </a:endParaRPr>
          </a:p>
          <a:p>
            <a:r>
              <a:rPr lang="sl-SI" dirty="0">
                <a:solidFill>
                  <a:schemeClr val="bg1"/>
                </a:solidFill>
              </a:rPr>
              <a:t>Datum: 19. 06. 2025</a:t>
            </a:r>
          </a:p>
        </p:txBody>
      </p:sp>
      <p:pic>
        <p:nvPicPr>
          <p:cNvPr id="3" name="Slika 2" descr="Ekonomska šola Murska Sobota Višja strokovna šola">
            <a:extLst>
              <a:ext uri="{FF2B5EF4-FFF2-40B4-BE49-F238E27FC236}">
                <a16:creationId xmlns:a16="http://schemas.microsoft.com/office/drawing/2014/main" id="{8B39B5AB-D27F-53F1-575B-92F805E48A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9480" y="887913"/>
            <a:ext cx="5233037" cy="254108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PoljeZBesedilom 3">
            <a:extLst>
              <a:ext uri="{FF2B5EF4-FFF2-40B4-BE49-F238E27FC236}">
                <a16:creationId xmlns:a16="http://schemas.microsoft.com/office/drawing/2014/main" id="{63122F41-CA7E-CDA1-8A63-B9A604DA1D87}"/>
              </a:ext>
            </a:extLst>
          </p:cNvPr>
          <p:cNvSpPr txBox="1"/>
          <p:nvPr/>
        </p:nvSpPr>
        <p:spPr>
          <a:xfrm>
            <a:off x="2009314" y="3668947"/>
            <a:ext cx="81733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err="1">
                <a:solidFill>
                  <a:schemeClr val="bg1"/>
                </a:solidFill>
              </a:rPr>
              <a:t>Praksa</a:t>
            </a:r>
            <a:r>
              <a:rPr lang="en-US" sz="6000" b="1" dirty="0">
                <a:solidFill>
                  <a:schemeClr val="bg1"/>
                </a:solidFill>
              </a:rPr>
              <a:t> ROTO-</a:t>
            </a:r>
            <a:r>
              <a:rPr lang="sl-SI" sz="6000" b="1" dirty="0">
                <a:solidFill>
                  <a:schemeClr val="bg1"/>
                </a:solidFill>
              </a:rPr>
              <a:t>GROUP</a:t>
            </a:r>
            <a:endParaRPr lang="LID4096" sz="6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860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vsebine 1">
            <a:extLst>
              <a:ext uri="{FF2B5EF4-FFF2-40B4-BE49-F238E27FC236}">
                <a16:creationId xmlns:a16="http://schemas.microsoft.com/office/drawing/2014/main" id="{D85F76F3-9347-9FCD-423E-0C33A1FF9DD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72037" y="1169836"/>
            <a:ext cx="6319381" cy="1157728"/>
          </a:xfrm>
        </p:spPr>
        <p:txBody>
          <a:bodyPr/>
          <a:lstStyle/>
          <a:p>
            <a:r>
              <a:rPr lang="sl-SI" dirty="0">
                <a:latin typeface="+mn-lt"/>
              </a:rPr>
              <a:t>Urejanje/vzpostavljanje spletnih strani</a:t>
            </a:r>
            <a:endParaRPr lang="en-US" dirty="0">
              <a:latin typeface="+mn-lt"/>
            </a:endParaRPr>
          </a:p>
          <a:p>
            <a:r>
              <a:rPr lang="en-US" dirty="0" err="1">
                <a:latin typeface="+mn-lt"/>
              </a:rPr>
              <a:t>Kloniranje</a:t>
            </a:r>
            <a:r>
              <a:rPr lang="en-US" dirty="0">
                <a:latin typeface="+mn-lt"/>
              </a:rPr>
              <a:t> Sistema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8BDBFA5-B165-9620-902D-369041809D1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sz="4400" dirty="0" err="1">
                <a:latin typeface="+mn-lt"/>
              </a:rPr>
              <a:t>Navedba</a:t>
            </a:r>
            <a:r>
              <a:rPr lang="en-US" sz="4400" dirty="0">
                <a:latin typeface="+mn-lt"/>
              </a:rPr>
              <a:t> </a:t>
            </a:r>
            <a:r>
              <a:rPr lang="en-US" sz="4400" dirty="0" err="1">
                <a:latin typeface="+mn-lt"/>
              </a:rPr>
              <a:t>opravljenih</a:t>
            </a:r>
            <a:r>
              <a:rPr lang="en-US" sz="4400" dirty="0">
                <a:latin typeface="+mn-lt"/>
              </a:rPr>
              <a:t> del</a:t>
            </a:r>
            <a:endParaRPr lang="LID4096" sz="4400" dirty="0">
              <a:latin typeface="+mn-lt"/>
            </a:endParaRP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DAB02278-CFA9-6F1B-3D83-5C4B880181C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526" y="2735504"/>
            <a:ext cx="4529330" cy="339654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Slika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6510" y="1630695"/>
            <a:ext cx="5724389" cy="321839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911298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4FF1163-A4B8-7E02-D394-70E7C0150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>
                <a:latin typeface="+mn-lt"/>
              </a:rPr>
              <a:t>Glaven Projekt Prakse</a:t>
            </a:r>
            <a:endParaRPr lang="LID4096" dirty="0">
              <a:latin typeface="+mn-lt"/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8CA3153-E2E3-6492-ADC4-1E08535E72C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52398" y="1223286"/>
            <a:ext cx="6830292" cy="3196314"/>
          </a:xfrm>
        </p:spPr>
        <p:txBody>
          <a:bodyPr/>
          <a:lstStyle/>
          <a:p>
            <a:r>
              <a:rPr lang="sl-SI" dirty="0">
                <a:latin typeface="+mn-lt"/>
              </a:rPr>
              <a:t>Fokus na konfiguraciji </a:t>
            </a:r>
            <a:r>
              <a:rPr lang="sl-SI" dirty="0" err="1">
                <a:latin typeface="+mn-lt"/>
              </a:rPr>
              <a:t>Cisco</a:t>
            </a:r>
            <a:r>
              <a:rPr lang="sl-SI" dirty="0">
                <a:latin typeface="+mn-lt"/>
              </a:rPr>
              <a:t> omrežja</a:t>
            </a:r>
          </a:p>
          <a:p>
            <a:r>
              <a:rPr lang="sl-SI" dirty="0">
                <a:latin typeface="+mn-lt"/>
              </a:rPr>
              <a:t>Vključene naprave:</a:t>
            </a:r>
          </a:p>
          <a:p>
            <a:pPr lvl="1"/>
            <a:r>
              <a:rPr lang="sl-SI" dirty="0">
                <a:latin typeface="+mn-lt"/>
              </a:rPr>
              <a:t>2 usmerjevalnika (R1, R2)</a:t>
            </a:r>
          </a:p>
          <a:p>
            <a:pPr lvl="1"/>
            <a:r>
              <a:rPr lang="sl-SI" dirty="0">
                <a:latin typeface="+mn-lt"/>
              </a:rPr>
              <a:t>2 stikala (S1, S2)</a:t>
            </a:r>
          </a:p>
          <a:p>
            <a:pPr lvl="1"/>
            <a:r>
              <a:rPr lang="sl-SI" dirty="0">
                <a:latin typeface="+mn-lt"/>
              </a:rPr>
              <a:t>RADIUS strežnik z NPS</a:t>
            </a:r>
          </a:p>
          <a:p>
            <a:pPr lvl="1"/>
            <a:r>
              <a:rPr lang="sl-SI" dirty="0" err="1">
                <a:latin typeface="+mn-lt"/>
              </a:rPr>
              <a:t>Mikrotik</a:t>
            </a:r>
            <a:r>
              <a:rPr lang="sl-SI" dirty="0">
                <a:latin typeface="+mn-lt"/>
              </a:rPr>
              <a:t> </a:t>
            </a:r>
            <a:r>
              <a:rPr lang="sl-SI" dirty="0" err="1">
                <a:latin typeface="+mn-lt"/>
              </a:rPr>
              <a:t>Wi</a:t>
            </a:r>
            <a:r>
              <a:rPr lang="sl-SI" dirty="0">
                <a:latin typeface="+mn-lt"/>
              </a:rPr>
              <a:t>-Fi usmerjevalnik</a:t>
            </a:r>
          </a:p>
          <a:p>
            <a:pPr marL="0" indent="0">
              <a:buNone/>
            </a:pPr>
            <a:endParaRPr lang="sl-SI" dirty="0">
              <a:latin typeface="+mn-lt"/>
            </a:endParaRPr>
          </a:p>
          <a:p>
            <a:endParaRPr lang="LID4096" dirty="0">
              <a:latin typeface="+mn-lt"/>
            </a:endParaRPr>
          </a:p>
        </p:txBody>
      </p:sp>
      <p:pic>
        <p:nvPicPr>
          <p:cNvPr id="9" name="Slika 8" descr="Cisco 2900 Series Integrated Services Routers - Cisco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3095" y="2095638"/>
            <a:ext cx="5760720" cy="156400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0" name="Slika 9" descr="Cisco WS-C2960S-24PS-L 24-Port Catalyst 2960-S Series Switch | Help Tech  Co. Ltd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69" b="20506"/>
          <a:stretch/>
        </p:blipFill>
        <p:spPr bwMode="auto">
          <a:xfrm>
            <a:off x="2482735" y="4709567"/>
            <a:ext cx="5760720" cy="13646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92512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4FF1163-A4B8-7E02-D394-70E7C0150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>
                <a:latin typeface="+mn-lt"/>
              </a:rPr>
              <a:t>Topologija omrežja</a:t>
            </a:r>
            <a:endParaRPr lang="LID4096" dirty="0">
              <a:latin typeface="+mn-lt"/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8CA3153-E2E3-6492-ADC4-1E08535E72C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38544" y="897762"/>
            <a:ext cx="4142509" cy="5461474"/>
          </a:xfrm>
        </p:spPr>
        <p:txBody>
          <a:bodyPr/>
          <a:lstStyle/>
          <a:p>
            <a:r>
              <a:rPr lang="sl-SI" dirty="0">
                <a:latin typeface="+mn-lt"/>
              </a:rPr>
              <a:t>Dva usmerjevalnika (R1 in R2)</a:t>
            </a:r>
          </a:p>
          <a:p>
            <a:r>
              <a:rPr lang="sl-SI" dirty="0">
                <a:latin typeface="+mn-lt"/>
              </a:rPr>
              <a:t>Dve stikali (S1 in S2)</a:t>
            </a:r>
          </a:p>
          <a:p>
            <a:r>
              <a:rPr lang="sl-SI" dirty="0" err="1">
                <a:latin typeface="+mn-lt"/>
              </a:rPr>
              <a:t>Mikrotik</a:t>
            </a:r>
            <a:r>
              <a:rPr lang="sl-SI" dirty="0">
                <a:latin typeface="+mn-lt"/>
              </a:rPr>
              <a:t> usmerjevalnik (</a:t>
            </a:r>
            <a:r>
              <a:rPr lang="sl-SI" dirty="0" err="1">
                <a:latin typeface="+mn-lt"/>
              </a:rPr>
              <a:t>Wi</a:t>
            </a:r>
            <a:r>
              <a:rPr lang="sl-SI" dirty="0">
                <a:latin typeface="+mn-lt"/>
              </a:rPr>
              <a:t>-Fi)</a:t>
            </a:r>
          </a:p>
          <a:p>
            <a:r>
              <a:rPr lang="sl-SI" dirty="0" err="1">
                <a:latin typeface="+mn-lt"/>
              </a:rPr>
              <a:t>Radius</a:t>
            </a:r>
            <a:r>
              <a:rPr lang="sl-SI" dirty="0">
                <a:latin typeface="+mn-lt"/>
              </a:rPr>
              <a:t> strežnik (centraliziran nadzor omrežja in </a:t>
            </a:r>
            <a:r>
              <a:rPr lang="sl-SI" dirty="0" err="1">
                <a:latin typeface="+mn-lt"/>
              </a:rPr>
              <a:t>uporaabnikov</a:t>
            </a:r>
            <a:r>
              <a:rPr lang="sl-SI" dirty="0">
                <a:latin typeface="+mn-lt"/>
              </a:rPr>
              <a:t>)</a:t>
            </a:r>
          </a:p>
          <a:p>
            <a:pPr lvl="1"/>
            <a:r>
              <a:rPr lang="sl-SI" dirty="0">
                <a:latin typeface="+mn-lt"/>
              </a:rPr>
              <a:t>NPS in AD</a:t>
            </a:r>
          </a:p>
          <a:p>
            <a:r>
              <a:rPr lang="sl-SI" dirty="0">
                <a:latin typeface="+mn-lt"/>
              </a:rPr>
              <a:t>Usmerjevalni protokol: OSPF</a:t>
            </a:r>
          </a:p>
          <a:p>
            <a:r>
              <a:rPr lang="sl-SI" dirty="0">
                <a:latin typeface="+mn-lt"/>
              </a:rPr>
              <a:t>Varen dostop: SSH</a:t>
            </a:r>
          </a:p>
          <a:p>
            <a:endParaRPr lang="LID4096" dirty="0">
              <a:latin typeface="+mn-lt"/>
            </a:endParaRPr>
          </a:p>
        </p:txBody>
      </p:sp>
      <p:pic>
        <p:nvPicPr>
          <p:cNvPr id="8" name="Slika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8016" y="1230271"/>
            <a:ext cx="7457729" cy="4620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558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4FF1163-A4B8-7E02-D394-70E7C0150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>
                <a:latin typeface="+mn-lt"/>
              </a:rPr>
              <a:t>Varnost in </a:t>
            </a:r>
            <a:r>
              <a:rPr lang="sl-SI" dirty="0" err="1">
                <a:latin typeface="+mn-lt"/>
              </a:rPr>
              <a:t>avtentikacija</a:t>
            </a:r>
            <a:endParaRPr lang="LID4096" dirty="0">
              <a:latin typeface="+mn-lt"/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B8CA3153-E2E3-6492-ADC4-1E08535E72CC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91633" y="1902158"/>
            <a:ext cx="9088583" cy="3570387"/>
          </a:xfrm>
        </p:spPr>
        <p:txBody>
          <a:bodyPr/>
          <a:lstStyle/>
          <a:p>
            <a:r>
              <a:rPr lang="sl-SI" dirty="0">
                <a:latin typeface="+mn-lt"/>
              </a:rPr>
              <a:t>Centralizirana </a:t>
            </a:r>
            <a:r>
              <a:rPr lang="sl-SI" dirty="0" err="1">
                <a:latin typeface="+mn-lt"/>
              </a:rPr>
              <a:t>avtentikacija</a:t>
            </a:r>
            <a:r>
              <a:rPr lang="sl-SI" dirty="0">
                <a:latin typeface="+mn-lt"/>
              </a:rPr>
              <a:t>: RADIUS strežnika</a:t>
            </a:r>
          </a:p>
          <a:p>
            <a:r>
              <a:rPr lang="sl-SI" dirty="0">
                <a:latin typeface="+mn-lt"/>
              </a:rPr>
              <a:t>Integracija z </a:t>
            </a:r>
            <a:r>
              <a:rPr lang="sl-SI" dirty="0" err="1">
                <a:latin typeface="+mn-lt"/>
              </a:rPr>
              <a:t>Active</a:t>
            </a:r>
            <a:r>
              <a:rPr lang="sl-SI" dirty="0">
                <a:latin typeface="+mn-lt"/>
              </a:rPr>
              <a:t> </a:t>
            </a:r>
            <a:r>
              <a:rPr lang="sl-SI" dirty="0" err="1">
                <a:latin typeface="+mn-lt"/>
              </a:rPr>
              <a:t>Directory</a:t>
            </a:r>
            <a:endParaRPr lang="sl-SI" dirty="0">
              <a:latin typeface="+mn-lt"/>
            </a:endParaRPr>
          </a:p>
          <a:p>
            <a:r>
              <a:rPr lang="sl-SI" dirty="0">
                <a:latin typeface="+mn-lt"/>
              </a:rPr>
              <a:t>Varen dostop preko SSH</a:t>
            </a:r>
          </a:p>
          <a:p>
            <a:r>
              <a:rPr lang="sl-SI" dirty="0">
                <a:latin typeface="+mn-lt"/>
              </a:rPr>
              <a:t>Prednosti:</a:t>
            </a:r>
          </a:p>
          <a:p>
            <a:pPr lvl="1"/>
            <a:r>
              <a:rPr lang="sl-SI" dirty="0">
                <a:latin typeface="+mn-lt"/>
              </a:rPr>
              <a:t>Centralni nadzor dostopov</a:t>
            </a:r>
          </a:p>
          <a:p>
            <a:pPr lvl="1"/>
            <a:r>
              <a:rPr lang="sl-SI" dirty="0">
                <a:latin typeface="+mn-lt"/>
              </a:rPr>
              <a:t>Manjše tveganje za zlorabe</a:t>
            </a:r>
          </a:p>
          <a:p>
            <a:pPr lvl="1"/>
            <a:r>
              <a:rPr lang="sl-SI" dirty="0">
                <a:latin typeface="+mn-lt"/>
              </a:rPr>
              <a:t>Enostavnejše upravljanje</a:t>
            </a:r>
            <a:endParaRPr lang="LID4096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50458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33954C8-1148-88AE-3CB2-6FD66F10B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633" y="305859"/>
            <a:ext cx="10608733" cy="644052"/>
          </a:xfrm>
        </p:spPr>
        <p:txBody>
          <a:bodyPr/>
          <a:lstStyle/>
          <a:p>
            <a:r>
              <a:rPr lang="en-US" dirty="0" err="1">
                <a:latin typeface="+mn-lt"/>
              </a:rPr>
              <a:t>Ugotovitve</a:t>
            </a:r>
            <a:endParaRPr lang="LID4096" dirty="0">
              <a:latin typeface="+mn-lt"/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EE4EBEB4-FB32-74A4-6F17-957D55654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2987" y="1332063"/>
            <a:ext cx="6680200" cy="4606963"/>
          </a:xfrm>
        </p:spPr>
        <p:txBody>
          <a:bodyPr/>
          <a:lstStyle/>
          <a:p>
            <a:r>
              <a:rPr lang="en-US" dirty="0" err="1">
                <a:latin typeface="+mn-lt"/>
              </a:rPr>
              <a:t>Tehnišk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veščine</a:t>
            </a:r>
            <a:endParaRPr lang="en-US" dirty="0">
              <a:latin typeface="+mn-lt"/>
            </a:endParaRPr>
          </a:p>
          <a:p>
            <a:pPr lvl="1"/>
            <a:r>
              <a:rPr lang="sl-SI" dirty="0">
                <a:latin typeface="+mn-lt"/>
              </a:rPr>
              <a:t>Excel in VBA</a:t>
            </a:r>
            <a:endParaRPr lang="en-US" dirty="0">
              <a:latin typeface="+mn-lt"/>
            </a:endParaRPr>
          </a:p>
          <a:p>
            <a:pPr lvl="1"/>
            <a:r>
              <a:rPr lang="en-US" dirty="0">
                <a:latin typeface="+mn-lt"/>
              </a:rPr>
              <a:t>WordPress</a:t>
            </a:r>
            <a:endParaRPr lang="sl-SI" dirty="0">
              <a:latin typeface="+mn-lt"/>
            </a:endParaRPr>
          </a:p>
          <a:p>
            <a:pPr lvl="1"/>
            <a:r>
              <a:rPr lang="sl-SI" dirty="0">
                <a:latin typeface="+mn-lt"/>
              </a:rPr>
              <a:t>Omrežja in </a:t>
            </a:r>
            <a:r>
              <a:rPr lang="sl-SI" dirty="0" err="1">
                <a:latin typeface="+mn-lt"/>
              </a:rPr>
              <a:t>Cisco</a:t>
            </a:r>
            <a:endParaRPr lang="en-US" dirty="0">
              <a:latin typeface="+mn-lt"/>
            </a:endParaRPr>
          </a:p>
          <a:p>
            <a:r>
              <a:rPr lang="en-US" dirty="0" err="1">
                <a:latin typeface="+mn-lt"/>
              </a:rPr>
              <a:t>Upravljanje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projektov</a:t>
            </a:r>
            <a:endParaRPr lang="en-US" dirty="0">
              <a:latin typeface="+mn-lt"/>
            </a:endParaRPr>
          </a:p>
          <a:p>
            <a:pPr lvl="1"/>
            <a:r>
              <a:rPr lang="en-US" dirty="0" err="1">
                <a:latin typeface="+mn-lt"/>
              </a:rPr>
              <a:t>Porazdelitev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časa</a:t>
            </a:r>
            <a:endParaRPr lang="en-US" dirty="0">
              <a:latin typeface="+mn-lt"/>
            </a:endParaRPr>
          </a:p>
          <a:p>
            <a:pPr lvl="1"/>
            <a:r>
              <a:rPr lang="en-US" dirty="0" err="1">
                <a:latin typeface="+mn-lt"/>
              </a:rPr>
              <a:t>Doseganje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postavljenih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ciljev</a:t>
            </a:r>
            <a:endParaRPr lang="en-US" dirty="0">
              <a:latin typeface="+mn-lt"/>
            </a:endParaRPr>
          </a:p>
          <a:p>
            <a:r>
              <a:rPr lang="en-US" dirty="0" err="1">
                <a:latin typeface="+mn-lt"/>
              </a:rPr>
              <a:t>Komunikacija</a:t>
            </a:r>
            <a:r>
              <a:rPr lang="en-US" dirty="0">
                <a:latin typeface="+mn-lt"/>
              </a:rPr>
              <a:t> in </a:t>
            </a:r>
            <a:r>
              <a:rPr lang="en-US" dirty="0" err="1">
                <a:latin typeface="+mn-lt"/>
              </a:rPr>
              <a:t>sodelovanje</a:t>
            </a:r>
            <a:endParaRPr lang="en-US" dirty="0">
              <a:latin typeface="+mn-lt"/>
            </a:endParaRPr>
          </a:p>
          <a:p>
            <a:pPr lvl="1"/>
            <a:r>
              <a:rPr lang="en-US" dirty="0" err="1">
                <a:latin typeface="+mn-lt"/>
              </a:rPr>
              <a:t>Komunikacija</a:t>
            </a:r>
            <a:r>
              <a:rPr lang="en-US" dirty="0">
                <a:latin typeface="+mn-lt"/>
              </a:rPr>
              <a:t> med </a:t>
            </a:r>
            <a:r>
              <a:rPr lang="en-US" dirty="0" err="1">
                <a:latin typeface="+mn-lt"/>
              </a:rPr>
              <a:t>oddelki</a:t>
            </a:r>
            <a:endParaRPr lang="en-US" dirty="0">
              <a:latin typeface="+mn-lt"/>
            </a:endParaRPr>
          </a:p>
          <a:p>
            <a:r>
              <a:rPr lang="en-US" dirty="0" err="1">
                <a:latin typeface="+mn-lt"/>
              </a:rPr>
              <a:t>Uporaba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različnih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programskih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jezikov</a:t>
            </a:r>
            <a:r>
              <a:rPr lang="sl-SI" dirty="0">
                <a:latin typeface="+mn-lt"/>
              </a:rPr>
              <a:t> in omrežne veščine</a:t>
            </a:r>
            <a:endParaRPr lang="LID4096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15213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C29A016-6EC0-36F7-A726-EB0A9F322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849" y="305891"/>
            <a:ext cx="10138302" cy="723919"/>
          </a:xfrm>
        </p:spPr>
        <p:txBody>
          <a:bodyPr/>
          <a:lstStyle/>
          <a:p>
            <a:r>
              <a:rPr lang="en-US" dirty="0" err="1">
                <a:latin typeface="+mn-lt"/>
              </a:rPr>
              <a:t>Zaključek</a:t>
            </a:r>
            <a:endParaRPr lang="LID4096" dirty="0">
              <a:latin typeface="+mn-lt"/>
            </a:endParaRP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1973027D-5804-F9A3-8361-A20C523AE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849" y="2401021"/>
            <a:ext cx="6158717" cy="1880235"/>
          </a:xfrm>
        </p:spPr>
        <p:txBody>
          <a:bodyPr/>
          <a:lstStyle/>
          <a:p>
            <a:r>
              <a:rPr lang="en-US" dirty="0" err="1">
                <a:latin typeface="+mn-lt"/>
              </a:rPr>
              <a:t>Pridobivanje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novega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znanja</a:t>
            </a:r>
            <a:endParaRPr lang="en-US" dirty="0">
              <a:latin typeface="+mn-lt"/>
            </a:endParaRPr>
          </a:p>
          <a:p>
            <a:r>
              <a:rPr lang="en-US" dirty="0">
                <a:latin typeface="+mn-lt"/>
                <a:ea typeface="Calibri" panose="020F0502020204030204" pitchFamily="34" charset="0"/>
              </a:rPr>
              <a:t>I</a:t>
            </a:r>
            <a:r>
              <a:rPr lang="sl-SI" dirty="0" err="1">
                <a:effectLst/>
                <a:latin typeface="+mn-lt"/>
                <a:ea typeface="Calibri" panose="020F0502020204030204" pitchFamily="34" charset="0"/>
              </a:rPr>
              <a:t>zpopolnjevanje</a:t>
            </a:r>
            <a:r>
              <a:rPr lang="sl-SI" dirty="0">
                <a:effectLst/>
                <a:latin typeface="+mn-lt"/>
                <a:ea typeface="Calibri" panose="020F0502020204030204" pitchFamily="34" charset="0"/>
              </a:rPr>
              <a:t> tehničnih veščin</a:t>
            </a:r>
            <a:endParaRPr lang="en-US" dirty="0">
              <a:effectLst/>
              <a:latin typeface="+mn-lt"/>
              <a:ea typeface="Calibri" panose="020F0502020204030204" pitchFamily="34" charset="0"/>
            </a:endParaRPr>
          </a:p>
          <a:p>
            <a:r>
              <a:rPr lang="en-US" dirty="0">
                <a:latin typeface="+mn-lt"/>
              </a:rPr>
              <a:t>Delo </a:t>
            </a:r>
            <a:r>
              <a:rPr lang="en-US" dirty="0" err="1">
                <a:latin typeface="+mn-lt"/>
              </a:rPr>
              <a:t>na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različnih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projektih</a:t>
            </a:r>
            <a:endParaRPr lang="en-US" dirty="0">
              <a:latin typeface="+mn-lt"/>
            </a:endParaRPr>
          </a:p>
          <a:p>
            <a:pPr marL="0" indent="0">
              <a:buNone/>
            </a:pPr>
            <a:endParaRPr lang="LID4096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75337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sar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ova tema">
  <a:themeElements>
    <a:clrScheme name="Pisarn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isarn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isarn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857</TotalTime>
  <Words>183</Words>
  <Application>Microsoft Office PowerPoint</Application>
  <PresentationFormat>Širokozaslonsko</PresentationFormat>
  <Paragraphs>46</Paragraphs>
  <Slides>7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3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7</vt:i4>
      </vt:variant>
    </vt:vector>
  </HeadingPairs>
  <TitlesOfParts>
    <vt:vector size="11" baseType="lpstr">
      <vt:lpstr>Arial</vt:lpstr>
      <vt:lpstr>Caladea</vt:lpstr>
      <vt:lpstr>Calibri</vt:lpstr>
      <vt:lpstr>Officeova tema</vt:lpstr>
      <vt:lpstr>PowerPointova predstavitev</vt:lpstr>
      <vt:lpstr>PowerPointova predstavitev</vt:lpstr>
      <vt:lpstr>Glaven Projekt Prakse</vt:lpstr>
      <vt:lpstr>Topologija omrežja</vt:lpstr>
      <vt:lpstr>Varnost in avtentikacija</vt:lpstr>
      <vt:lpstr>Ugotovitve</vt:lpstr>
      <vt:lpstr>Zaključek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PowerPointova predstavitev</dc:title>
  <dc:creator>uporabnik</dc:creator>
  <cp:lastModifiedBy>Marko Zver</cp:lastModifiedBy>
  <cp:revision>434</cp:revision>
  <dcterms:created xsi:type="dcterms:W3CDTF">2023-01-05T08:05:21Z</dcterms:created>
  <dcterms:modified xsi:type="dcterms:W3CDTF">2025-06-16T13:00:10Z</dcterms:modified>
</cp:coreProperties>
</file>